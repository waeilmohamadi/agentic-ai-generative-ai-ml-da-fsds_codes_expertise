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FC5B13-3BC6-4BEE-886A-6BE32013755C}" v="8" dt="2025-12-15T07:12:06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il mohamadi" userId="990b64c12aff7dfc" providerId="LiveId" clId="{325E8C3E-DCD1-407B-B6C2-E2EEBA8B4D4A}"/>
    <pc:docChg chg="undo custSel modSld addMainMaster modMainMaster">
      <pc:chgData name="waeil mohamadi" userId="990b64c12aff7dfc" providerId="LiveId" clId="{325E8C3E-DCD1-407B-B6C2-E2EEBA8B4D4A}" dt="2025-12-15T07:59:47.525" v="304" actId="6938"/>
      <pc:docMkLst>
        <pc:docMk/>
      </pc:docMkLst>
      <pc:sldChg chg="addSp delSp modSp mod setBg modNotesTx">
        <pc:chgData name="waeil mohamadi" userId="990b64c12aff7dfc" providerId="LiveId" clId="{325E8C3E-DCD1-407B-B6C2-E2EEBA8B4D4A}" dt="2025-12-15T07:54:31.538" v="171" actId="20577"/>
        <pc:sldMkLst>
          <pc:docMk/>
          <pc:sldMk cId="0" sldId="256"/>
        </pc:sldMkLst>
        <pc:spChg chg="mod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waeil mohamadi" userId="990b64c12aff7dfc" providerId="LiveId" clId="{325E8C3E-DCD1-407B-B6C2-E2EEBA8B4D4A}" dt="2025-12-15T06:49:05.759" v="0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9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11" creationId="{256B2C21-A230-48C0-8DF1-C46611373C44}"/>
          </ac:spMkLst>
        </pc:spChg>
        <pc:spChg chg="add del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13" creationId="{3847E18C-932D-4C95-AABA-FEC7C9499AD7}"/>
          </ac:spMkLst>
        </pc:spChg>
        <pc:spChg chg="add del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15" creationId="{3150CB11-0C61-439E-910F-5787759E72A0}"/>
          </ac:spMkLst>
        </pc:spChg>
        <pc:spChg chg="add del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17" creationId="{43F8A58B-5155-44CE-A5FF-7647B47D0A7A}"/>
          </ac:spMkLst>
        </pc:spChg>
        <pc:spChg chg="add del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19" creationId="{443F2ACA-E6D6-4028-82DD-F03C262D5DE6}"/>
          </ac:spMkLst>
        </pc:spChg>
        <pc:spChg chg="add del">
          <ac:chgData name="waeil mohamadi" userId="990b64c12aff7dfc" providerId="LiveId" clId="{325E8C3E-DCD1-407B-B6C2-E2EEBA8B4D4A}" dt="2025-12-15T06:50:00.775" v="5" actId="26606"/>
          <ac:spMkLst>
            <pc:docMk/>
            <pc:sldMk cId="0" sldId="256"/>
            <ac:spMk id="24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6:50:00.775" v="5" actId="26606"/>
          <ac:spMkLst>
            <pc:docMk/>
            <pc:sldMk cId="0" sldId="256"/>
            <ac:spMk id="26" creationId="{256B2C21-A230-48C0-8DF1-C46611373C44}"/>
          </ac:spMkLst>
        </pc:spChg>
        <pc:spChg chg="add del">
          <ac:chgData name="waeil mohamadi" userId="990b64c12aff7dfc" providerId="LiveId" clId="{325E8C3E-DCD1-407B-B6C2-E2EEBA8B4D4A}" dt="2025-12-15T06:50:00.775" v="5" actId="26606"/>
          <ac:spMkLst>
            <pc:docMk/>
            <pc:sldMk cId="0" sldId="256"/>
            <ac:spMk id="28" creationId="{3847E18C-932D-4C95-AABA-FEC7C9499AD7}"/>
          </ac:spMkLst>
        </pc:spChg>
        <pc:spChg chg="add del">
          <ac:chgData name="waeil mohamadi" userId="990b64c12aff7dfc" providerId="LiveId" clId="{325E8C3E-DCD1-407B-B6C2-E2EEBA8B4D4A}" dt="2025-12-15T06:50:00.775" v="5" actId="26606"/>
          <ac:spMkLst>
            <pc:docMk/>
            <pc:sldMk cId="0" sldId="256"/>
            <ac:spMk id="30" creationId="{3150CB11-0C61-439E-910F-5787759E72A0}"/>
          </ac:spMkLst>
        </pc:spChg>
        <pc:spChg chg="add del">
          <ac:chgData name="waeil mohamadi" userId="990b64c12aff7dfc" providerId="LiveId" clId="{325E8C3E-DCD1-407B-B6C2-E2EEBA8B4D4A}" dt="2025-12-15T06:50:00.775" v="5" actId="26606"/>
          <ac:spMkLst>
            <pc:docMk/>
            <pc:sldMk cId="0" sldId="256"/>
            <ac:spMk id="34" creationId="{443F2ACA-E6D6-4028-82DD-F03C262D5DE6}"/>
          </ac:spMkLst>
        </pc:spChg>
        <pc:spChg chg="add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37" creationId="{F68B3F68-107C-434F-AA38-110D5EA91B85}"/>
          </ac:spMkLst>
        </pc:spChg>
        <pc:spChg chg="add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38" creationId="{AAD0DBB9-1A4B-4391-81D4-CB19F9AB918A}"/>
          </ac:spMkLst>
        </pc:spChg>
        <pc:spChg chg="add">
          <ac:chgData name="waeil mohamadi" userId="990b64c12aff7dfc" providerId="LiveId" clId="{325E8C3E-DCD1-407B-B6C2-E2EEBA8B4D4A}" dt="2025-12-15T06:50:00.815" v="6" actId="26606"/>
          <ac:spMkLst>
            <pc:docMk/>
            <pc:sldMk cId="0" sldId="256"/>
            <ac:spMk id="39" creationId="{063BBA22-50EA-4C4D-BE05-F1CE4E63AA56}"/>
          </ac:spMkLst>
        </pc:spChg>
        <pc:graphicFrameChg chg="add">
          <ac:chgData name="waeil mohamadi" userId="990b64c12aff7dfc" providerId="LiveId" clId="{325E8C3E-DCD1-407B-B6C2-E2EEBA8B4D4A}" dt="2025-12-15T06:49:05.759" v="0" actId="26606"/>
          <ac:graphicFrameMkLst>
            <pc:docMk/>
            <pc:sldMk cId="0" sldId="256"/>
            <ac:graphicFrameMk id="5" creationId="{C7C956F1-F5E3-75F0-4D39-B14F02F35DF7}"/>
          </ac:graphicFrameMkLst>
        </pc:graphicFrameChg>
      </pc:sldChg>
      <pc:sldChg chg="addSp delSp modSp mod setBg modNotesTx">
        <pc:chgData name="waeil mohamadi" userId="990b64c12aff7dfc" providerId="LiveId" clId="{325E8C3E-DCD1-407B-B6C2-E2EEBA8B4D4A}" dt="2025-12-15T07:54:03.931" v="157" actId="20577"/>
        <pc:sldMkLst>
          <pc:docMk/>
          <pc:sldMk cId="0" sldId="257"/>
        </pc:sldMkLst>
        <pc:spChg chg="mod">
          <ac:chgData name="waeil mohamadi" userId="990b64c12aff7dfc" providerId="LiveId" clId="{325E8C3E-DCD1-407B-B6C2-E2EEBA8B4D4A}" dt="2025-12-15T07:14:56.006" v="74" actId="26606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6:49:34.975" v="3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6:49:34.954" v="2" actId="2660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6:49:34.954" v="2" actId="26606"/>
          <ac:spMkLst>
            <pc:docMk/>
            <pc:sldMk cId="0" sldId="257"/>
            <ac:spMk id="11" creationId="{256B2C21-A230-48C0-8DF1-C46611373C44}"/>
          </ac:spMkLst>
        </pc:spChg>
        <pc:spChg chg="add del">
          <ac:chgData name="waeil mohamadi" userId="990b64c12aff7dfc" providerId="LiveId" clId="{325E8C3E-DCD1-407B-B6C2-E2EEBA8B4D4A}" dt="2025-12-15T06:49:34.954" v="2" actId="26606"/>
          <ac:spMkLst>
            <pc:docMk/>
            <pc:sldMk cId="0" sldId="257"/>
            <ac:spMk id="13" creationId="{3847E18C-932D-4C95-AABA-FEC7C9499AD7}"/>
          </ac:spMkLst>
        </pc:spChg>
        <pc:spChg chg="add del">
          <ac:chgData name="waeil mohamadi" userId="990b64c12aff7dfc" providerId="LiveId" clId="{325E8C3E-DCD1-407B-B6C2-E2EEBA8B4D4A}" dt="2025-12-15T06:49:34.954" v="2" actId="26606"/>
          <ac:spMkLst>
            <pc:docMk/>
            <pc:sldMk cId="0" sldId="257"/>
            <ac:spMk id="15" creationId="{3150CB11-0C61-439E-910F-5787759E72A0}"/>
          </ac:spMkLst>
        </pc:spChg>
        <pc:spChg chg="add del">
          <ac:chgData name="waeil mohamadi" userId="990b64c12aff7dfc" providerId="LiveId" clId="{325E8C3E-DCD1-407B-B6C2-E2EEBA8B4D4A}" dt="2025-12-15T06:49:34.954" v="2" actId="26606"/>
          <ac:spMkLst>
            <pc:docMk/>
            <pc:sldMk cId="0" sldId="257"/>
            <ac:spMk id="17" creationId="{43F8A58B-5155-44CE-A5FF-7647B47D0A7A}"/>
          </ac:spMkLst>
        </pc:spChg>
        <pc:spChg chg="add del">
          <ac:chgData name="waeil mohamadi" userId="990b64c12aff7dfc" providerId="LiveId" clId="{325E8C3E-DCD1-407B-B6C2-E2EEBA8B4D4A}" dt="2025-12-15T06:49:34.954" v="2" actId="26606"/>
          <ac:spMkLst>
            <pc:docMk/>
            <pc:sldMk cId="0" sldId="257"/>
            <ac:spMk id="19" creationId="{443F2ACA-E6D6-4028-82DD-F03C262D5DE6}"/>
          </ac:spMkLst>
        </pc:spChg>
        <pc:spChg chg="add del">
          <ac:chgData name="waeil mohamadi" userId="990b64c12aff7dfc" providerId="LiveId" clId="{325E8C3E-DCD1-407B-B6C2-E2EEBA8B4D4A}" dt="2025-12-15T06:51:51.695" v="13" actId="26606"/>
          <ac:spMkLst>
            <pc:docMk/>
            <pc:sldMk cId="0" sldId="257"/>
            <ac:spMk id="21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6:51:51.695" v="13" actId="26606"/>
          <ac:spMkLst>
            <pc:docMk/>
            <pc:sldMk cId="0" sldId="257"/>
            <ac:spMk id="22" creationId="{256B2C21-A230-48C0-8DF1-C46611373C44}"/>
          </ac:spMkLst>
        </pc:spChg>
        <pc:spChg chg="add del">
          <ac:chgData name="waeil mohamadi" userId="990b64c12aff7dfc" providerId="LiveId" clId="{325E8C3E-DCD1-407B-B6C2-E2EEBA8B4D4A}" dt="2025-12-15T06:51:51.695" v="13" actId="26606"/>
          <ac:spMkLst>
            <pc:docMk/>
            <pc:sldMk cId="0" sldId="257"/>
            <ac:spMk id="23" creationId="{3847E18C-932D-4C95-AABA-FEC7C9499AD7}"/>
          </ac:spMkLst>
        </pc:spChg>
        <pc:spChg chg="add del">
          <ac:chgData name="waeil mohamadi" userId="990b64c12aff7dfc" providerId="LiveId" clId="{325E8C3E-DCD1-407B-B6C2-E2EEBA8B4D4A}" dt="2025-12-15T06:51:51.695" v="13" actId="26606"/>
          <ac:spMkLst>
            <pc:docMk/>
            <pc:sldMk cId="0" sldId="257"/>
            <ac:spMk id="24" creationId="{3150CB11-0C61-439E-910F-5787759E72A0}"/>
          </ac:spMkLst>
        </pc:spChg>
        <pc:spChg chg="add del">
          <ac:chgData name="waeil mohamadi" userId="990b64c12aff7dfc" providerId="LiveId" clId="{325E8C3E-DCD1-407B-B6C2-E2EEBA8B4D4A}" dt="2025-12-15T06:51:51.695" v="13" actId="26606"/>
          <ac:spMkLst>
            <pc:docMk/>
            <pc:sldMk cId="0" sldId="257"/>
            <ac:spMk id="25" creationId="{43F8A58B-5155-44CE-A5FF-7647B47D0A7A}"/>
          </ac:spMkLst>
        </pc:spChg>
        <pc:spChg chg="add del">
          <ac:chgData name="waeil mohamadi" userId="990b64c12aff7dfc" providerId="LiveId" clId="{325E8C3E-DCD1-407B-B6C2-E2EEBA8B4D4A}" dt="2025-12-15T06:51:51.695" v="13" actId="26606"/>
          <ac:spMkLst>
            <pc:docMk/>
            <pc:sldMk cId="0" sldId="257"/>
            <ac:spMk id="26" creationId="{443F2ACA-E6D6-4028-82DD-F03C262D5DE6}"/>
          </ac:spMkLst>
        </pc:spChg>
        <pc:spChg chg="add del">
          <ac:chgData name="waeil mohamadi" userId="990b64c12aff7dfc" providerId="LiveId" clId="{325E8C3E-DCD1-407B-B6C2-E2EEBA8B4D4A}" dt="2025-12-15T06:50:43.077" v="8" actId="26606"/>
          <ac:spMkLst>
            <pc:docMk/>
            <pc:sldMk cId="0" sldId="257"/>
            <ac:spMk id="32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6:51:51.665" v="12" actId="26606"/>
          <ac:spMkLst>
            <pc:docMk/>
            <pc:sldMk cId="0" sldId="257"/>
            <ac:spMk id="33" creationId="{E51BA4DF-2BD4-4EC2-B1DB-B27C8AC71864}"/>
          </ac:spMkLst>
        </pc:spChg>
        <pc:spChg chg="add del">
          <ac:chgData name="waeil mohamadi" userId="990b64c12aff7dfc" providerId="LiveId" clId="{325E8C3E-DCD1-407B-B6C2-E2EEBA8B4D4A}" dt="2025-12-15T06:50:43.077" v="8" actId="26606"/>
          <ac:spMkLst>
            <pc:docMk/>
            <pc:sldMk cId="0" sldId="257"/>
            <ac:spMk id="34" creationId="{F68B3F68-107C-434F-AA38-110D5EA91B85}"/>
          </ac:spMkLst>
        </pc:spChg>
        <pc:spChg chg="add del">
          <ac:chgData name="waeil mohamadi" userId="990b64c12aff7dfc" providerId="LiveId" clId="{325E8C3E-DCD1-407B-B6C2-E2EEBA8B4D4A}" dt="2025-12-15T07:14:56.006" v="74" actId="26606"/>
          <ac:spMkLst>
            <pc:docMk/>
            <pc:sldMk cId="0" sldId="257"/>
            <ac:spMk id="35" creationId="{D1D34770-47A8-402C-AF23-2B653F2D88C1}"/>
          </ac:spMkLst>
        </pc:spChg>
        <pc:spChg chg="add del">
          <ac:chgData name="waeil mohamadi" userId="990b64c12aff7dfc" providerId="LiveId" clId="{325E8C3E-DCD1-407B-B6C2-E2EEBA8B4D4A}" dt="2025-12-15T06:50:43.077" v="8" actId="26606"/>
          <ac:spMkLst>
            <pc:docMk/>
            <pc:sldMk cId="0" sldId="257"/>
            <ac:spMk id="36" creationId="{AAD0DBB9-1A4B-4391-81D4-CB19F9AB918A}"/>
          </ac:spMkLst>
        </pc:spChg>
        <pc:spChg chg="add del">
          <ac:chgData name="waeil mohamadi" userId="990b64c12aff7dfc" providerId="LiveId" clId="{325E8C3E-DCD1-407B-B6C2-E2EEBA8B4D4A}" dt="2025-12-15T06:50:43.077" v="8" actId="26606"/>
          <ac:spMkLst>
            <pc:docMk/>
            <pc:sldMk cId="0" sldId="257"/>
            <ac:spMk id="38" creationId="{063BBA22-50EA-4C4D-BE05-F1CE4E63AA56}"/>
          </ac:spMkLst>
        </pc:spChg>
        <pc:spChg chg="add del">
          <ac:chgData name="waeil mohamadi" userId="990b64c12aff7dfc" providerId="LiveId" clId="{325E8C3E-DCD1-407B-B6C2-E2EEBA8B4D4A}" dt="2025-12-15T07:14:55.990" v="73" actId="26606"/>
          <ac:spMkLst>
            <pc:docMk/>
            <pc:sldMk cId="0" sldId="257"/>
            <ac:spMk id="42" creationId="{B712E947-0734-45F9-9C4F-41114EC3A33E}"/>
          </ac:spMkLst>
        </pc:spChg>
        <pc:spChg chg="add del">
          <ac:chgData name="waeil mohamadi" userId="990b64c12aff7dfc" providerId="LiveId" clId="{325E8C3E-DCD1-407B-B6C2-E2EEBA8B4D4A}" dt="2025-12-15T07:14:55.990" v="73" actId="26606"/>
          <ac:spMkLst>
            <pc:docMk/>
            <pc:sldMk cId="0" sldId="257"/>
            <ac:spMk id="44" creationId="{5A65989E-BBD5-44D7-AA86-7AFD5D46BBC0}"/>
          </ac:spMkLst>
        </pc:spChg>
        <pc:spChg chg="add del">
          <ac:chgData name="waeil mohamadi" userId="990b64c12aff7dfc" providerId="LiveId" clId="{325E8C3E-DCD1-407B-B6C2-E2EEBA8B4D4A}" dt="2025-12-15T07:14:55.990" v="73" actId="26606"/>
          <ac:spMkLst>
            <pc:docMk/>
            <pc:sldMk cId="0" sldId="257"/>
            <ac:spMk id="46" creationId="{231A2881-D8D7-4A7D-ACA3-E9F849F853D8}"/>
          </ac:spMkLst>
        </pc:spChg>
        <pc:spChg chg="add del">
          <ac:chgData name="waeil mohamadi" userId="990b64c12aff7dfc" providerId="LiveId" clId="{325E8C3E-DCD1-407B-B6C2-E2EEBA8B4D4A}" dt="2025-12-15T06:51:33.205" v="10" actId="26606"/>
          <ac:spMkLst>
            <pc:docMk/>
            <pc:sldMk cId="0" sldId="257"/>
            <ac:spMk id="48" creationId="{1D63C574-BFD2-41A1-A567-B0C3CC7FDD4F}"/>
          </ac:spMkLst>
        </pc:spChg>
        <pc:spChg chg="add del">
          <ac:chgData name="waeil mohamadi" userId="990b64c12aff7dfc" providerId="LiveId" clId="{325E8C3E-DCD1-407B-B6C2-E2EEBA8B4D4A}" dt="2025-12-15T06:51:33.205" v="10" actId="26606"/>
          <ac:spMkLst>
            <pc:docMk/>
            <pc:sldMk cId="0" sldId="257"/>
            <ac:spMk id="49" creationId="{E2A46BAB-8C31-42B2-90E8-B26DD3E81D37}"/>
          </ac:spMkLst>
        </pc:spChg>
        <pc:spChg chg="add">
          <ac:chgData name="waeil mohamadi" userId="990b64c12aff7dfc" providerId="LiveId" clId="{325E8C3E-DCD1-407B-B6C2-E2EEBA8B4D4A}" dt="2025-12-15T07:14:56.006" v="74" actId="26606"/>
          <ac:spMkLst>
            <pc:docMk/>
            <pc:sldMk cId="0" sldId="257"/>
            <ac:spMk id="51" creationId="{B712E947-0734-45F9-9C4F-41114EC3A33E}"/>
          </ac:spMkLst>
        </pc:spChg>
        <pc:spChg chg="add">
          <ac:chgData name="waeil mohamadi" userId="990b64c12aff7dfc" providerId="LiveId" clId="{325E8C3E-DCD1-407B-B6C2-E2EEBA8B4D4A}" dt="2025-12-15T07:14:56.006" v="74" actId="26606"/>
          <ac:spMkLst>
            <pc:docMk/>
            <pc:sldMk cId="0" sldId="257"/>
            <ac:spMk id="52" creationId="{5A65989E-BBD5-44D7-AA86-7AFD5D46BBC0}"/>
          </ac:spMkLst>
        </pc:spChg>
        <pc:spChg chg="add">
          <ac:chgData name="waeil mohamadi" userId="990b64c12aff7dfc" providerId="LiveId" clId="{325E8C3E-DCD1-407B-B6C2-E2EEBA8B4D4A}" dt="2025-12-15T07:14:56.006" v="74" actId="26606"/>
          <ac:spMkLst>
            <pc:docMk/>
            <pc:sldMk cId="0" sldId="257"/>
            <ac:spMk id="53" creationId="{231A2881-D8D7-4A7D-ACA3-E9F849F853D8}"/>
          </ac:spMkLst>
        </pc:spChg>
        <pc:graphicFrameChg chg="add del">
          <ac:chgData name="waeil mohamadi" userId="990b64c12aff7dfc" providerId="LiveId" clId="{325E8C3E-DCD1-407B-B6C2-E2EEBA8B4D4A}" dt="2025-12-15T06:49:34.954" v="2" actId="26606"/>
          <ac:graphicFrameMkLst>
            <pc:docMk/>
            <pc:sldMk cId="0" sldId="257"/>
            <ac:graphicFrameMk id="5" creationId="{16CFF695-15F7-718F-6852-BCD01AC98B9A}"/>
          </ac:graphicFrameMkLst>
        </pc:graphicFrameChg>
        <pc:graphicFrameChg chg="add mod modGraphic">
          <ac:chgData name="waeil mohamadi" userId="990b64c12aff7dfc" providerId="LiveId" clId="{325E8C3E-DCD1-407B-B6C2-E2EEBA8B4D4A}" dt="2025-12-15T07:14:56.006" v="74" actId="26606"/>
          <ac:graphicFrameMkLst>
            <pc:docMk/>
            <pc:sldMk cId="0" sldId="257"/>
            <ac:graphicFrameMk id="27" creationId="{6E3D7240-381B-9C12-E79C-90D38074E01F}"/>
          </ac:graphicFrameMkLst>
        </pc:graphicFrameChg>
        <pc:picChg chg="add mod ord">
          <ac:chgData name="waeil mohamadi" userId="990b64c12aff7dfc" providerId="LiveId" clId="{325E8C3E-DCD1-407B-B6C2-E2EEBA8B4D4A}" dt="2025-12-15T07:16:51.566" v="78" actId="14100"/>
          <ac:picMkLst>
            <pc:docMk/>
            <pc:sldMk cId="0" sldId="257"/>
            <ac:picMk id="6" creationId="{F7759A73-E89E-CCF9-882F-55CF7CF10A2E}"/>
          </ac:picMkLst>
        </pc:picChg>
        <pc:picChg chg="add mod">
          <ac:chgData name="waeil mohamadi" userId="990b64c12aff7dfc" providerId="LiveId" clId="{325E8C3E-DCD1-407B-B6C2-E2EEBA8B4D4A}" dt="2025-12-15T07:16:40.725" v="77" actId="14100"/>
          <ac:picMkLst>
            <pc:docMk/>
            <pc:sldMk cId="0" sldId="257"/>
            <ac:picMk id="8" creationId="{37C24BB6-B306-FF58-ACE8-6EAC43E50EEC}"/>
          </ac:picMkLst>
        </pc:picChg>
        <pc:picChg chg="add del">
          <ac:chgData name="waeil mohamadi" userId="990b64c12aff7dfc" providerId="LiveId" clId="{325E8C3E-DCD1-407B-B6C2-E2EEBA8B4D4A}" dt="2025-12-15T06:51:51.665" v="12" actId="26606"/>
          <ac:picMkLst>
            <pc:docMk/>
            <pc:sldMk cId="0" sldId="257"/>
            <ac:picMk id="29" creationId="{74DF4A46-2988-A52D-9485-BDB784AF0F3F}"/>
          </ac:picMkLst>
        </pc:picChg>
        <pc:picChg chg="add mod">
          <ac:chgData name="waeil mohamadi" userId="990b64c12aff7dfc" providerId="LiveId" clId="{325E8C3E-DCD1-407B-B6C2-E2EEBA8B4D4A}" dt="2025-12-15T07:14:56.006" v="74" actId="26606"/>
          <ac:picMkLst>
            <pc:docMk/>
            <pc:sldMk cId="0" sldId="257"/>
            <ac:picMk id="37" creationId="{2CB5DC72-A6E2-5BD7-911C-948360C47C1B}"/>
          </ac:picMkLst>
        </pc:picChg>
      </pc:sldChg>
      <pc:sldChg chg="addSp delSp modSp mod setBg modNotesTx">
        <pc:chgData name="waeil mohamadi" userId="990b64c12aff7dfc" providerId="LiveId" clId="{325E8C3E-DCD1-407B-B6C2-E2EEBA8B4D4A}" dt="2025-12-15T07:54:43.932" v="185" actId="20577"/>
        <pc:sldMkLst>
          <pc:docMk/>
          <pc:sldMk cId="0" sldId="258"/>
        </pc:sldMkLst>
        <pc:spChg chg="mod">
          <ac:chgData name="waeil mohamadi" userId="990b64c12aff7dfc" providerId="LiveId" clId="{325E8C3E-DCD1-407B-B6C2-E2EEBA8B4D4A}" dt="2025-12-15T07:09:37.782" v="48" actId="26606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waeil mohamadi" userId="990b64c12aff7dfc" providerId="LiveId" clId="{325E8C3E-DCD1-407B-B6C2-E2EEBA8B4D4A}" dt="2025-12-15T06:52:44.615" v="18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6:52:17.895" v="15" actId="26606"/>
          <ac:spMkLst>
            <pc:docMk/>
            <pc:sldMk cId="0" sldId="258"/>
            <ac:spMk id="9" creationId="{D1D34770-47A8-402C-AF23-2B653F2D88C1}"/>
          </ac:spMkLst>
        </pc:spChg>
        <pc:spChg chg="add del">
          <ac:chgData name="waeil mohamadi" userId="990b64c12aff7dfc" providerId="LiveId" clId="{325E8C3E-DCD1-407B-B6C2-E2EEBA8B4D4A}" dt="2025-12-15T07:09:37.782" v="48" actId="26606"/>
          <ac:spMkLst>
            <pc:docMk/>
            <pc:sldMk cId="0" sldId="258"/>
            <ac:spMk id="10" creationId="{DB304A14-32D0-4873-B914-423ED7B8DAFD}"/>
          </ac:spMkLst>
        </pc:spChg>
        <pc:spChg chg="add del">
          <ac:chgData name="waeil mohamadi" userId="990b64c12aff7dfc" providerId="LiveId" clId="{325E8C3E-DCD1-407B-B6C2-E2EEBA8B4D4A}" dt="2025-12-15T07:09:37.782" v="48" actId="26606"/>
          <ac:spMkLst>
            <pc:docMk/>
            <pc:sldMk cId="0" sldId="258"/>
            <ac:spMk id="12" creationId="{1D460C86-854F-4FB3-ABC2-E823D8FEB9DB}"/>
          </ac:spMkLst>
        </pc:spChg>
        <pc:spChg chg="add del">
          <ac:chgData name="waeil mohamadi" userId="990b64c12aff7dfc" providerId="LiveId" clId="{325E8C3E-DCD1-407B-B6C2-E2EEBA8B4D4A}" dt="2025-12-15T07:09:37.782" v="48" actId="26606"/>
          <ac:spMkLst>
            <pc:docMk/>
            <pc:sldMk cId="0" sldId="258"/>
            <ac:spMk id="14" creationId="{BB48116A-278A-4CC5-89D3-9DE8E8FF1245}"/>
          </ac:spMkLst>
        </pc:spChg>
        <pc:spChg chg="add mod">
          <ac:chgData name="waeil mohamadi" userId="990b64c12aff7dfc" providerId="LiveId" clId="{325E8C3E-DCD1-407B-B6C2-E2EEBA8B4D4A}" dt="2025-12-15T07:13:07.946" v="68" actId="34807"/>
          <ac:spMkLst>
            <pc:docMk/>
            <pc:sldMk cId="0" sldId="258"/>
            <ac:spMk id="15" creationId="{CE8B0834-A85E-993C-5D33-202C2E00DE70}"/>
          </ac:spMkLst>
        </pc:spChg>
        <pc:spChg chg="add del">
          <ac:chgData name="waeil mohamadi" userId="990b64c12aff7dfc" providerId="LiveId" clId="{325E8C3E-DCD1-407B-B6C2-E2EEBA8B4D4A}" dt="2025-12-15T07:09:37.755" v="47" actId="26606"/>
          <ac:spMkLst>
            <pc:docMk/>
            <pc:sldMk cId="0" sldId="258"/>
            <ac:spMk id="19" creationId="{AC1DE9E0-67EC-4D54-808F-5601F5D5A937}"/>
          </ac:spMkLst>
        </pc:spChg>
        <pc:spChg chg="add del">
          <ac:chgData name="waeil mohamadi" userId="990b64c12aff7dfc" providerId="LiveId" clId="{325E8C3E-DCD1-407B-B6C2-E2EEBA8B4D4A}" dt="2025-12-15T07:09:37.755" v="47" actId="26606"/>
          <ac:spMkLst>
            <pc:docMk/>
            <pc:sldMk cId="0" sldId="258"/>
            <ac:spMk id="21" creationId="{EBBC9B49-BD2F-9734-23B4-8E330906561A}"/>
          </ac:spMkLst>
        </pc:spChg>
        <pc:spChg chg="add">
          <ac:chgData name="waeil mohamadi" userId="990b64c12aff7dfc" providerId="LiveId" clId="{325E8C3E-DCD1-407B-B6C2-E2EEBA8B4D4A}" dt="2025-12-15T07:09:37.782" v="48" actId="26606"/>
          <ac:spMkLst>
            <pc:docMk/>
            <pc:sldMk cId="0" sldId="258"/>
            <ac:spMk id="23" creationId="{23CBEF12-C9B8-466E-A7FE-B00B9ADF4303}"/>
          </ac:spMkLst>
        </pc:spChg>
        <pc:graphicFrameChg chg="add del">
          <ac:chgData name="waeil mohamadi" userId="990b64c12aff7dfc" providerId="LiveId" clId="{325E8C3E-DCD1-407B-B6C2-E2EEBA8B4D4A}" dt="2025-12-15T06:52:44.594" v="17" actId="26606"/>
          <ac:graphicFrameMkLst>
            <pc:docMk/>
            <pc:sldMk cId="0" sldId="258"/>
            <ac:graphicFrameMk id="11" creationId="{0BF4B857-661F-DA3E-C7F0-E619FA407F92}"/>
          </ac:graphicFrameMkLst>
        </pc:graphicFrameChg>
        <pc:graphicFrameChg chg="add mod modGraphic">
          <ac:chgData name="waeil mohamadi" userId="990b64c12aff7dfc" providerId="LiveId" clId="{325E8C3E-DCD1-407B-B6C2-E2EEBA8B4D4A}" dt="2025-12-15T07:12:04.456" v="61" actId="1076"/>
          <ac:graphicFrameMkLst>
            <pc:docMk/>
            <pc:sldMk cId="0" sldId="258"/>
            <ac:graphicFrameMk id="13" creationId="{1727D19E-9F2E-8BB6-1759-4AF212915E3E}"/>
          </ac:graphicFrameMkLst>
        </pc:graphicFrameChg>
        <pc:picChg chg="add del">
          <ac:chgData name="waeil mohamadi" userId="990b64c12aff7dfc" providerId="LiveId" clId="{325E8C3E-DCD1-407B-B6C2-E2EEBA8B4D4A}" dt="2025-12-15T06:52:17.895" v="15" actId="26606"/>
          <ac:picMkLst>
            <pc:docMk/>
            <pc:sldMk cId="0" sldId="258"/>
            <ac:picMk id="5" creationId="{3488C2A4-E16B-C357-79CC-AA4CB7F7AF9F}"/>
          </ac:picMkLst>
        </pc:picChg>
        <pc:picChg chg="add mod">
          <ac:chgData name="waeil mohamadi" userId="990b64c12aff7dfc" providerId="LiveId" clId="{325E8C3E-DCD1-407B-B6C2-E2EEBA8B4D4A}" dt="2025-12-15T07:09:37.782" v="48" actId="26606"/>
          <ac:picMkLst>
            <pc:docMk/>
            <pc:sldMk cId="0" sldId="258"/>
            <ac:picMk id="6" creationId="{F4BCA84F-F889-B300-813B-D106AB153E1E}"/>
          </ac:picMkLst>
        </pc:picChg>
        <pc:picChg chg="add mod ord">
          <ac:chgData name="waeil mohamadi" userId="990b64c12aff7dfc" providerId="LiveId" clId="{325E8C3E-DCD1-407B-B6C2-E2EEBA8B4D4A}" dt="2025-12-15T07:09:57.786" v="49" actId="14100"/>
          <ac:picMkLst>
            <pc:docMk/>
            <pc:sldMk cId="0" sldId="258"/>
            <ac:picMk id="7" creationId="{8C361CE2-98A7-8C6E-769E-B2931B5FF81E}"/>
          </ac:picMkLst>
        </pc:picChg>
      </pc:sldChg>
      <pc:sldChg chg="addSp delSp modSp mod setBg modNotesTx">
        <pc:chgData name="waeil mohamadi" userId="990b64c12aff7dfc" providerId="LiveId" clId="{325E8C3E-DCD1-407B-B6C2-E2EEBA8B4D4A}" dt="2025-12-15T07:54:54.959" v="199" actId="20577"/>
        <pc:sldMkLst>
          <pc:docMk/>
          <pc:sldMk cId="0" sldId="259"/>
        </pc:sldMkLst>
        <pc:spChg chg="mod">
          <ac:chgData name="waeil mohamadi" userId="990b64c12aff7dfc" providerId="LiveId" clId="{325E8C3E-DCD1-407B-B6C2-E2EEBA8B4D4A}" dt="2025-12-15T07:19:58.569" v="88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waeil mohamadi" userId="990b64c12aff7dfc" providerId="LiveId" clId="{325E8C3E-DCD1-407B-B6C2-E2EEBA8B4D4A}" dt="2025-12-15T06:53:51.405" v="25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6:53:12.859" v="20" actId="26606"/>
          <ac:spMkLst>
            <pc:docMk/>
            <pc:sldMk cId="0" sldId="259"/>
            <ac:spMk id="9" creationId="{C0763A76-9F1C-4FC5-82B7-DD475DA461B2}"/>
          </ac:spMkLst>
        </pc:spChg>
        <pc:spChg chg="add del">
          <ac:chgData name="waeil mohamadi" userId="990b64c12aff7dfc" providerId="LiveId" clId="{325E8C3E-DCD1-407B-B6C2-E2EEBA8B4D4A}" dt="2025-12-15T06:53:12.859" v="20" actId="26606"/>
          <ac:spMkLst>
            <pc:docMk/>
            <pc:sldMk cId="0" sldId="259"/>
            <ac:spMk id="11" creationId="{E81BF4F6-F2CF-4984-9D14-D6966D92F99F}"/>
          </ac:spMkLst>
        </pc:spChg>
        <pc:spChg chg="add del">
          <ac:chgData name="waeil mohamadi" userId="990b64c12aff7dfc" providerId="LiveId" clId="{325E8C3E-DCD1-407B-B6C2-E2EEBA8B4D4A}" dt="2025-12-15T06:53:24.639" v="22" actId="26606"/>
          <ac:spMkLst>
            <pc:docMk/>
            <pc:sldMk cId="0" sldId="259"/>
            <ac:spMk id="13" creationId="{3847E18C-932D-4C95-AABA-FEC7C9499AD7}"/>
          </ac:spMkLst>
        </pc:spChg>
        <pc:spChg chg="add del">
          <ac:chgData name="waeil mohamadi" userId="990b64c12aff7dfc" providerId="LiveId" clId="{325E8C3E-DCD1-407B-B6C2-E2EEBA8B4D4A}" dt="2025-12-15T06:53:24.639" v="22" actId="26606"/>
          <ac:spMkLst>
            <pc:docMk/>
            <pc:sldMk cId="0" sldId="259"/>
            <ac:spMk id="14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6:53:24.639" v="22" actId="26606"/>
          <ac:spMkLst>
            <pc:docMk/>
            <pc:sldMk cId="0" sldId="259"/>
            <ac:spMk id="15" creationId="{3150CB11-0C61-439E-910F-5787759E72A0}"/>
          </ac:spMkLst>
        </pc:spChg>
        <pc:spChg chg="add del">
          <ac:chgData name="waeil mohamadi" userId="990b64c12aff7dfc" providerId="LiveId" clId="{325E8C3E-DCD1-407B-B6C2-E2EEBA8B4D4A}" dt="2025-12-15T06:53:24.639" v="22" actId="26606"/>
          <ac:spMkLst>
            <pc:docMk/>
            <pc:sldMk cId="0" sldId="259"/>
            <ac:spMk id="16" creationId="{256B2C21-A230-48C0-8DF1-C46611373C44}"/>
          </ac:spMkLst>
        </pc:spChg>
        <pc:spChg chg="add del">
          <ac:chgData name="waeil mohamadi" userId="990b64c12aff7dfc" providerId="LiveId" clId="{325E8C3E-DCD1-407B-B6C2-E2EEBA8B4D4A}" dt="2025-12-15T06:53:24.639" v="22" actId="26606"/>
          <ac:spMkLst>
            <pc:docMk/>
            <pc:sldMk cId="0" sldId="259"/>
            <ac:spMk id="17" creationId="{43F8A58B-5155-44CE-A5FF-7647B47D0A7A}"/>
          </ac:spMkLst>
        </pc:spChg>
        <pc:spChg chg="add del">
          <ac:chgData name="waeil mohamadi" userId="990b64c12aff7dfc" providerId="LiveId" clId="{325E8C3E-DCD1-407B-B6C2-E2EEBA8B4D4A}" dt="2025-12-15T06:53:24.639" v="22" actId="26606"/>
          <ac:spMkLst>
            <pc:docMk/>
            <pc:sldMk cId="0" sldId="259"/>
            <ac:spMk id="19" creationId="{443F2ACA-E6D6-4028-82DD-F03C262D5DE6}"/>
          </ac:spMkLst>
        </pc:spChg>
        <pc:spChg chg="add del">
          <ac:chgData name="waeil mohamadi" userId="990b64c12aff7dfc" providerId="LiveId" clId="{325E8C3E-DCD1-407B-B6C2-E2EEBA8B4D4A}" dt="2025-12-15T06:53:51.376" v="24" actId="26606"/>
          <ac:spMkLst>
            <pc:docMk/>
            <pc:sldMk cId="0" sldId="259"/>
            <ac:spMk id="21" creationId="{2659FDB4-FCBE-4A89-B46D-43D4FA54464D}"/>
          </ac:spMkLst>
        </pc:spChg>
        <pc:spChg chg="add del">
          <ac:chgData name="waeil mohamadi" userId="990b64c12aff7dfc" providerId="LiveId" clId="{325E8C3E-DCD1-407B-B6C2-E2EEBA8B4D4A}" dt="2025-12-15T07:19:27.795" v="83" actId="26606"/>
          <ac:spMkLst>
            <pc:docMk/>
            <pc:sldMk cId="0" sldId="259"/>
            <ac:spMk id="30" creationId="{0CCC4BA0-1298-4DBD-86F1-B51D8C9D3437}"/>
          </ac:spMkLst>
        </pc:spChg>
        <pc:spChg chg="add del">
          <ac:chgData name="waeil mohamadi" userId="990b64c12aff7dfc" providerId="LiveId" clId="{325E8C3E-DCD1-407B-B6C2-E2EEBA8B4D4A}" dt="2025-12-15T07:19:27.795" v="83" actId="26606"/>
          <ac:spMkLst>
            <pc:docMk/>
            <pc:sldMk cId="0" sldId="259"/>
            <ac:spMk id="32" creationId="{EEBF1590-3B36-48EE-A89D-3B6F3CB256AB}"/>
          </ac:spMkLst>
        </pc:spChg>
        <pc:spChg chg="add del">
          <ac:chgData name="waeil mohamadi" userId="990b64c12aff7dfc" providerId="LiveId" clId="{325E8C3E-DCD1-407B-B6C2-E2EEBA8B4D4A}" dt="2025-12-15T07:19:27.795" v="83" actId="26606"/>
          <ac:spMkLst>
            <pc:docMk/>
            <pc:sldMk cId="0" sldId="259"/>
            <ac:spMk id="34" creationId="{AC8F6C8C-AB5A-4548-942D-E3FD40ACBC49}"/>
          </ac:spMkLst>
        </pc:spChg>
        <pc:spChg chg="add del">
          <ac:chgData name="waeil mohamadi" userId="990b64c12aff7dfc" providerId="LiveId" clId="{325E8C3E-DCD1-407B-B6C2-E2EEBA8B4D4A}" dt="2025-12-15T07:19:58.547" v="87" actId="26606"/>
          <ac:spMkLst>
            <pc:docMk/>
            <pc:sldMk cId="0" sldId="259"/>
            <ac:spMk id="41" creationId="{8D1AA55E-40D5-461B-A5A8-4AE8AAB71B08}"/>
          </ac:spMkLst>
        </pc:spChg>
        <pc:spChg chg="add del">
          <ac:chgData name="waeil mohamadi" userId="990b64c12aff7dfc" providerId="LiveId" clId="{325E8C3E-DCD1-407B-B6C2-E2EEBA8B4D4A}" dt="2025-12-15T07:19:58.547" v="87" actId="26606"/>
          <ac:spMkLst>
            <pc:docMk/>
            <pc:sldMk cId="0" sldId="259"/>
            <ac:spMk id="45" creationId="{6CB927A4-E432-4310-9CD5-E89FF5063179}"/>
          </ac:spMkLst>
        </pc:spChg>
        <pc:spChg chg="add del">
          <ac:chgData name="waeil mohamadi" userId="990b64c12aff7dfc" providerId="LiveId" clId="{325E8C3E-DCD1-407B-B6C2-E2EEBA8B4D4A}" dt="2025-12-15T07:19:58.547" v="87" actId="26606"/>
          <ac:spMkLst>
            <pc:docMk/>
            <pc:sldMk cId="0" sldId="259"/>
            <ac:spMk id="47" creationId="{E3020543-B24B-4EC4-8FFC-8DD88EEA91A8}"/>
          </ac:spMkLst>
        </pc:spChg>
        <pc:spChg chg="add">
          <ac:chgData name="waeil mohamadi" userId="990b64c12aff7dfc" providerId="LiveId" clId="{325E8C3E-DCD1-407B-B6C2-E2EEBA8B4D4A}" dt="2025-12-15T07:19:58.569" v="88" actId="26606"/>
          <ac:spMkLst>
            <pc:docMk/>
            <pc:sldMk cId="0" sldId="259"/>
            <ac:spMk id="49" creationId="{45D37F4E-DDB4-456B-97E0-9937730A039F}"/>
          </ac:spMkLst>
        </pc:spChg>
        <pc:spChg chg="add">
          <ac:chgData name="waeil mohamadi" userId="990b64c12aff7dfc" providerId="LiveId" clId="{325E8C3E-DCD1-407B-B6C2-E2EEBA8B4D4A}" dt="2025-12-15T07:19:58.569" v="88" actId="26606"/>
          <ac:spMkLst>
            <pc:docMk/>
            <pc:sldMk cId="0" sldId="259"/>
            <ac:spMk id="50" creationId="{B2DD41CD-8F47-4F56-AD12-4E2FF7696987}"/>
          </ac:spMkLst>
        </pc:spChg>
        <pc:graphicFrameChg chg="add del">
          <ac:chgData name="waeil mohamadi" userId="990b64c12aff7dfc" providerId="LiveId" clId="{325E8C3E-DCD1-407B-B6C2-E2EEBA8B4D4A}" dt="2025-12-15T06:53:24.639" v="22" actId="26606"/>
          <ac:graphicFrameMkLst>
            <pc:docMk/>
            <pc:sldMk cId="0" sldId="259"/>
            <ac:graphicFrameMk id="18" creationId="{A5FC20EE-E16A-DA13-08FB-B0592910B72B}"/>
          </ac:graphicFrameMkLst>
        </pc:graphicFrameChg>
        <pc:graphicFrameChg chg="add del">
          <ac:chgData name="waeil mohamadi" userId="990b64c12aff7dfc" providerId="LiveId" clId="{325E8C3E-DCD1-407B-B6C2-E2EEBA8B4D4A}" dt="2025-12-15T06:53:51.376" v="24" actId="26606"/>
          <ac:graphicFrameMkLst>
            <pc:docMk/>
            <pc:sldMk cId="0" sldId="259"/>
            <ac:graphicFrameMk id="23" creationId="{1350C15F-B7B1-FAD1-614F-A810E2C32F7C}"/>
          </ac:graphicFrameMkLst>
        </pc:graphicFrameChg>
        <pc:graphicFrameChg chg="add mod ord modGraphic">
          <ac:chgData name="waeil mohamadi" userId="990b64c12aff7dfc" providerId="LiveId" clId="{325E8C3E-DCD1-407B-B6C2-E2EEBA8B4D4A}" dt="2025-12-15T07:19:58.569" v="88" actId="26606"/>
          <ac:graphicFrameMkLst>
            <pc:docMk/>
            <pc:sldMk cId="0" sldId="259"/>
            <ac:graphicFrameMk id="25" creationId="{B549DE90-87C4-8265-8D24-CB6F775C2CD7}"/>
          </ac:graphicFrameMkLst>
        </pc:graphicFrameChg>
        <pc:picChg chg="add del">
          <ac:chgData name="waeil mohamadi" userId="990b64c12aff7dfc" providerId="LiveId" clId="{325E8C3E-DCD1-407B-B6C2-E2EEBA8B4D4A}" dt="2025-12-15T06:53:12.859" v="20" actId="26606"/>
          <ac:picMkLst>
            <pc:docMk/>
            <pc:sldMk cId="0" sldId="259"/>
            <ac:picMk id="5" creationId="{6885DE14-0D58-EBBE-54D0-93E7C3717761}"/>
          </ac:picMkLst>
        </pc:picChg>
        <pc:picChg chg="add mod">
          <ac:chgData name="waeil mohamadi" userId="990b64c12aff7dfc" providerId="LiveId" clId="{325E8C3E-DCD1-407B-B6C2-E2EEBA8B4D4A}" dt="2025-12-15T07:19:58.569" v="88" actId="26606"/>
          <ac:picMkLst>
            <pc:docMk/>
            <pc:sldMk cId="0" sldId="259"/>
            <ac:picMk id="6" creationId="{2EDFE7B4-AD8F-8F1F-39CB-ABF94AD162DA}"/>
          </ac:picMkLst>
        </pc:picChg>
        <pc:cxnChg chg="add del">
          <ac:chgData name="waeil mohamadi" userId="990b64c12aff7dfc" providerId="LiveId" clId="{325E8C3E-DCD1-407B-B6C2-E2EEBA8B4D4A}" dt="2025-12-15T06:53:51.376" v="24" actId="26606"/>
          <ac:cxnSpMkLst>
            <pc:docMk/>
            <pc:sldMk cId="0" sldId="259"/>
            <ac:cxnSpMk id="22" creationId="{C8F51B3F-8331-4E4A-AE96-D47B1006EEAD}"/>
          </ac:cxnSpMkLst>
        </pc:cxnChg>
        <pc:cxnChg chg="add del">
          <ac:chgData name="waeil mohamadi" userId="990b64c12aff7dfc" providerId="LiveId" clId="{325E8C3E-DCD1-407B-B6C2-E2EEBA8B4D4A}" dt="2025-12-15T07:19:58.569" v="88" actId="26606"/>
          <ac:cxnSpMkLst>
            <pc:docMk/>
            <pc:sldMk cId="0" sldId="259"/>
            <ac:cxnSpMk id="36" creationId="{1503BFE4-729B-D9D0-C17B-501E6AF1127A}"/>
          </ac:cxnSpMkLst>
        </pc:cxnChg>
        <pc:cxnChg chg="add del">
          <ac:chgData name="waeil mohamadi" userId="990b64c12aff7dfc" providerId="LiveId" clId="{325E8C3E-DCD1-407B-B6C2-E2EEBA8B4D4A}" dt="2025-12-15T07:19:58.547" v="87" actId="26606"/>
          <ac:cxnSpMkLst>
            <pc:docMk/>
            <pc:sldMk cId="0" sldId="259"/>
            <ac:cxnSpMk id="43" creationId="{7EB498BD-8089-4626-91EA-4978EBEF535E}"/>
          </ac:cxnSpMkLst>
        </pc:cxnChg>
      </pc:sldChg>
      <pc:sldChg chg="addSp delSp modSp mod setBg modNotesTx">
        <pc:chgData name="waeil mohamadi" userId="990b64c12aff7dfc" providerId="LiveId" clId="{325E8C3E-DCD1-407B-B6C2-E2EEBA8B4D4A}" dt="2025-12-15T07:55:06.013" v="213" actId="20577"/>
        <pc:sldMkLst>
          <pc:docMk/>
          <pc:sldMk cId="0" sldId="260"/>
        </pc:sldMkLst>
        <pc:spChg chg="mod">
          <ac:chgData name="waeil mohamadi" userId="990b64c12aff7dfc" providerId="LiveId" clId="{325E8C3E-DCD1-407B-B6C2-E2EEBA8B4D4A}" dt="2025-12-15T07:23:59.335" v="94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waeil mohamadi" userId="990b64c12aff7dfc" providerId="LiveId" clId="{325E8C3E-DCD1-407B-B6C2-E2EEBA8B4D4A}" dt="2025-12-15T07:01:46.616" v="28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7:01:46.598" v="27" actId="26606"/>
          <ac:spMkLst>
            <pc:docMk/>
            <pc:sldMk cId="0" sldId="260"/>
            <ac:spMk id="9" creationId="{C0763A76-9F1C-4FC5-82B7-DD475DA461B2}"/>
          </ac:spMkLst>
        </pc:spChg>
        <pc:spChg chg="add del">
          <ac:chgData name="waeil mohamadi" userId="990b64c12aff7dfc" providerId="LiveId" clId="{325E8C3E-DCD1-407B-B6C2-E2EEBA8B4D4A}" dt="2025-12-15T07:01:46.598" v="27" actId="26606"/>
          <ac:spMkLst>
            <pc:docMk/>
            <pc:sldMk cId="0" sldId="260"/>
            <ac:spMk id="11" creationId="{E81BF4F6-F2CF-4984-9D14-D6966D92F99F}"/>
          </ac:spMkLst>
        </pc:spChg>
        <pc:spChg chg="add del">
          <ac:chgData name="waeil mohamadi" userId="990b64c12aff7dfc" providerId="LiveId" clId="{325E8C3E-DCD1-407B-B6C2-E2EEBA8B4D4A}" dt="2025-12-15T07:23:59.335" v="94" actId="26606"/>
          <ac:spMkLst>
            <pc:docMk/>
            <pc:sldMk cId="0" sldId="260"/>
            <ac:spMk id="15" creationId="{56E9B3E6-E277-4D68-BA48-9CB43FFBD6E2}"/>
          </ac:spMkLst>
        </pc:spChg>
        <pc:spChg chg="add del">
          <ac:chgData name="waeil mohamadi" userId="990b64c12aff7dfc" providerId="LiveId" clId="{325E8C3E-DCD1-407B-B6C2-E2EEBA8B4D4A}" dt="2025-12-15T07:23:59.335" v="94" actId="26606"/>
          <ac:spMkLst>
            <pc:docMk/>
            <pc:sldMk cId="0" sldId="260"/>
            <ac:spMk id="16" creationId="{D5B0017B-2ECA-49AF-B397-DC140825DF8D}"/>
          </ac:spMkLst>
        </pc:spChg>
        <pc:spChg chg="add del">
          <ac:chgData name="waeil mohamadi" userId="990b64c12aff7dfc" providerId="LiveId" clId="{325E8C3E-DCD1-407B-B6C2-E2EEBA8B4D4A}" dt="2025-12-15T07:23:59.305" v="93" actId="26606"/>
          <ac:spMkLst>
            <pc:docMk/>
            <pc:sldMk cId="0" sldId="260"/>
            <ac:spMk id="24" creationId="{45D37F4E-DDB4-456B-97E0-9937730A039F}"/>
          </ac:spMkLst>
        </pc:spChg>
        <pc:spChg chg="add del">
          <ac:chgData name="waeil mohamadi" userId="990b64c12aff7dfc" providerId="LiveId" clId="{325E8C3E-DCD1-407B-B6C2-E2EEBA8B4D4A}" dt="2025-12-15T07:23:59.305" v="93" actId="26606"/>
          <ac:spMkLst>
            <pc:docMk/>
            <pc:sldMk cId="0" sldId="260"/>
            <ac:spMk id="26" creationId="{B2DD41CD-8F47-4F56-AD12-4E2FF7696987}"/>
          </ac:spMkLst>
        </pc:spChg>
        <pc:grpChg chg="add del">
          <ac:chgData name="waeil mohamadi" userId="990b64c12aff7dfc" providerId="LiveId" clId="{325E8C3E-DCD1-407B-B6C2-E2EEBA8B4D4A}" dt="2025-12-15T07:23:59.335" v="94" actId="26606"/>
          <ac:grpSpMkLst>
            <pc:docMk/>
            <pc:sldMk cId="0" sldId="260"/>
            <ac:grpSpMk id="17" creationId="{AE1C45F0-260A-458C-96ED-C1F6D2151219}"/>
          </ac:grpSpMkLst>
        </pc:grpChg>
        <pc:graphicFrameChg chg="add mod ord modGraphic">
          <ac:chgData name="waeil mohamadi" userId="990b64c12aff7dfc" providerId="LiveId" clId="{325E8C3E-DCD1-407B-B6C2-E2EEBA8B4D4A}" dt="2025-12-15T07:23:59.335" v="94" actId="26606"/>
          <ac:graphicFrameMkLst>
            <pc:docMk/>
            <pc:sldMk cId="0" sldId="260"/>
            <ac:graphicFrameMk id="19" creationId="{AC99504E-7676-8F70-E92A-597AA9539E08}"/>
          </ac:graphicFrameMkLst>
        </pc:graphicFrameChg>
        <pc:picChg chg="add del">
          <ac:chgData name="waeil mohamadi" userId="990b64c12aff7dfc" providerId="LiveId" clId="{325E8C3E-DCD1-407B-B6C2-E2EEBA8B4D4A}" dt="2025-12-15T07:01:46.598" v="27" actId="26606"/>
          <ac:picMkLst>
            <pc:docMk/>
            <pc:sldMk cId="0" sldId="260"/>
            <ac:picMk id="5" creationId="{307AA62E-8FED-7AEB-1169-17F2D540F8E3}"/>
          </ac:picMkLst>
        </pc:picChg>
        <pc:picChg chg="add mod">
          <ac:chgData name="waeil mohamadi" userId="990b64c12aff7dfc" providerId="LiveId" clId="{325E8C3E-DCD1-407B-B6C2-E2EEBA8B4D4A}" dt="2025-12-15T07:23:59.335" v="94" actId="26606"/>
          <ac:picMkLst>
            <pc:docMk/>
            <pc:sldMk cId="0" sldId="260"/>
            <ac:picMk id="6" creationId="{43086B92-2213-02AC-6194-5ED7F70C6D0A}"/>
          </ac:picMkLst>
        </pc:picChg>
        <pc:cxnChg chg="add del">
          <ac:chgData name="waeil mohamadi" userId="990b64c12aff7dfc" providerId="LiveId" clId="{325E8C3E-DCD1-407B-B6C2-E2EEBA8B4D4A}" dt="2025-12-15T07:23:59.335" v="94" actId="26606"/>
          <ac:cxnSpMkLst>
            <pc:docMk/>
            <pc:sldMk cId="0" sldId="260"/>
            <ac:cxnSpMk id="18" creationId="{6CF1BAF6-AD41-4082-B212-8A1F9A2E8779}"/>
          </ac:cxnSpMkLst>
        </pc:cxnChg>
        <pc:cxnChg chg="add">
          <ac:chgData name="waeil mohamadi" userId="990b64c12aff7dfc" providerId="LiveId" clId="{325E8C3E-DCD1-407B-B6C2-E2EEBA8B4D4A}" dt="2025-12-15T07:23:59.335" v="94" actId="26606"/>
          <ac:cxnSpMkLst>
            <pc:docMk/>
            <pc:sldMk cId="0" sldId="260"/>
            <ac:cxnSpMk id="28" creationId="{37C77032-C865-6057-7D7A-E2743CFA20F9}"/>
          </ac:cxnSpMkLst>
        </pc:cxnChg>
      </pc:sldChg>
      <pc:sldChg chg="addSp delSp modSp mod setBg modNotesTx">
        <pc:chgData name="waeil mohamadi" userId="990b64c12aff7dfc" providerId="LiveId" clId="{325E8C3E-DCD1-407B-B6C2-E2EEBA8B4D4A}" dt="2025-12-15T07:55:18.858" v="227" actId="20577"/>
        <pc:sldMkLst>
          <pc:docMk/>
          <pc:sldMk cId="0" sldId="261"/>
        </pc:sldMkLst>
        <pc:spChg chg="mod">
          <ac:chgData name="waeil mohamadi" userId="990b64c12aff7dfc" providerId="LiveId" clId="{325E8C3E-DCD1-407B-B6C2-E2EEBA8B4D4A}" dt="2025-12-15T07:30:22.500" v="114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waeil mohamadi" userId="990b64c12aff7dfc" providerId="LiveId" clId="{325E8C3E-DCD1-407B-B6C2-E2EEBA8B4D4A}" dt="2025-12-15T07:30:22.500" v="114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7:02:29.875" v="30" actId="26606"/>
          <ac:spMkLst>
            <pc:docMk/>
            <pc:sldMk cId="0" sldId="261"/>
            <ac:spMk id="8" creationId="{DBF61EA3-B236-439E-9C0B-340980D56BEE}"/>
          </ac:spMkLst>
        </pc:spChg>
        <pc:spChg chg="add del">
          <ac:chgData name="waeil mohamadi" userId="990b64c12aff7dfc" providerId="LiveId" clId="{325E8C3E-DCD1-407B-B6C2-E2EEBA8B4D4A}" dt="2025-12-15T07:30:22.500" v="114" actId="26606"/>
          <ac:spMkLst>
            <pc:docMk/>
            <pc:sldMk cId="0" sldId="261"/>
            <ac:spMk id="9" creationId="{B210AC1D-4063-4C6E-9528-FA9C4C0C18E6}"/>
          </ac:spMkLst>
        </pc:spChg>
        <pc:spChg chg="add del">
          <ac:chgData name="waeil mohamadi" userId="990b64c12aff7dfc" providerId="LiveId" clId="{325E8C3E-DCD1-407B-B6C2-E2EEBA8B4D4A}" dt="2025-12-15T07:02:29.875" v="30" actId="26606"/>
          <ac:spMkLst>
            <pc:docMk/>
            <pc:sldMk cId="0" sldId="261"/>
            <ac:spMk id="14" creationId="{E659831F-0D9A-4C63-9EBB-8435B85A440F}"/>
          </ac:spMkLst>
        </pc:spChg>
        <pc:spChg chg="add del">
          <ac:chgData name="waeil mohamadi" userId="990b64c12aff7dfc" providerId="LiveId" clId="{325E8C3E-DCD1-407B-B6C2-E2EEBA8B4D4A}" dt="2025-12-15T07:30:22.500" v="114" actId="26606"/>
          <ac:spMkLst>
            <pc:docMk/>
            <pc:sldMk cId="0" sldId="261"/>
            <ac:spMk id="16" creationId="{02F8C595-E68C-4306-AED8-DC7826A0A506}"/>
          </ac:spMkLst>
        </pc:spChg>
        <pc:spChg chg="add del">
          <ac:chgData name="waeil mohamadi" userId="990b64c12aff7dfc" providerId="LiveId" clId="{325E8C3E-DCD1-407B-B6C2-E2EEBA8B4D4A}" dt="2025-12-15T07:30:09.242" v="108" actId="26606"/>
          <ac:spMkLst>
            <pc:docMk/>
            <pc:sldMk cId="0" sldId="261"/>
            <ac:spMk id="18" creationId="{D7DC14DB-B8F9-4B8E-BB6F-1CC0293C9816}"/>
          </ac:spMkLst>
        </pc:spChg>
        <pc:spChg chg="add del">
          <ac:chgData name="waeil mohamadi" userId="990b64c12aff7dfc" providerId="LiveId" clId="{325E8C3E-DCD1-407B-B6C2-E2EEBA8B4D4A}" dt="2025-12-15T07:29:32.716" v="103" actId="26606"/>
          <ac:spMkLst>
            <pc:docMk/>
            <pc:sldMk cId="0" sldId="261"/>
            <ac:spMk id="21" creationId="{23CBEF12-C9B8-466E-A7FE-B00B9ADF4303}"/>
          </ac:spMkLst>
        </pc:spChg>
        <pc:spChg chg="add">
          <ac:chgData name="waeil mohamadi" userId="990b64c12aff7dfc" providerId="LiveId" clId="{325E8C3E-DCD1-407B-B6C2-E2EEBA8B4D4A}" dt="2025-12-15T07:30:22.500" v="114" actId="26606"/>
          <ac:spMkLst>
            <pc:docMk/>
            <pc:sldMk cId="0" sldId="261"/>
            <ac:spMk id="22" creationId="{CEF6118E-44FB-4509-B4D9-129052E4C6EE}"/>
          </ac:spMkLst>
        </pc:spChg>
        <pc:spChg chg="add del">
          <ac:chgData name="waeil mohamadi" userId="990b64c12aff7dfc" providerId="LiveId" clId="{325E8C3E-DCD1-407B-B6C2-E2EEBA8B4D4A}" dt="2025-12-15T07:30:09.242" v="108" actId="26606"/>
          <ac:spMkLst>
            <pc:docMk/>
            <pc:sldMk cId="0" sldId="261"/>
            <ac:spMk id="23" creationId="{48C5EC73-3999-4CE9-A304-0A33B43114BE}"/>
          </ac:spMkLst>
        </pc:spChg>
        <pc:spChg chg="add del">
          <ac:chgData name="waeil mohamadi" userId="990b64c12aff7dfc" providerId="LiveId" clId="{325E8C3E-DCD1-407B-B6C2-E2EEBA8B4D4A}" dt="2025-12-15T07:29:26.895" v="101" actId="26606"/>
          <ac:spMkLst>
            <pc:docMk/>
            <pc:sldMk cId="0" sldId="261"/>
            <ac:spMk id="26" creationId="{CEF6118E-44FB-4509-B4D9-129052E4C6EE}"/>
          </ac:spMkLst>
        </pc:spChg>
        <pc:spChg chg="add del">
          <ac:chgData name="waeil mohamadi" userId="990b64c12aff7dfc" providerId="LiveId" clId="{325E8C3E-DCD1-407B-B6C2-E2EEBA8B4D4A}" dt="2025-12-15T07:30:09.242" v="108" actId="26606"/>
          <ac:spMkLst>
            <pc:docMk/>
            <pc:sldMk cId="0" sldId="261"/>
            <ac:spMk id="33" creationId="{7B15D645-CAC7-46F1-BA18-D731D08909AB}"/>
          </ac:spMkLst>
        </pc:spChg>
        <pc:spChg chg="add del">
          <ac:chgData name="waeil mohamadi" userId="990b64c12aff7dfc" providerId="LiveId" clId="{325E8C3E-DCD1-407B-B6C2-E2EEBA8B4D4A}" dt="2025-12-15T07:30:09.242" v="108" actId="26606"/>
          <ac:spMkLst>
            <pc:docMk/>
            <pc:sldMk cId="0" sldId="261"/>
            <ac:spMk id="47" creationId="{DC953D31-C1A7-4FC4-8CDF-85E2F34ABF30}"/>
          </ac:spMkLst>
        </pc:spChg>
        <pc:grpChg chg="add del">
          <ac:chgData name="waeil mohamadi" userId="990b64c12aff7dfc" providerId="LiveId" clId="{325E8C3E-DCD1-407B-B6C2-E2EEBA8B4D4A}" dt="2025-12-15T07:02:29.875" v="30" actId="26606"/>
          <ac:grpSpMkLst>
            <pc:docMk/>
            <pc:sldMk cId="0" sldId="261"/>
            <ac:grpSpMk id="10" creationId="{28FAF094-D087-493F-8DF9-A486C2D6BBAA}"/>
          </ac:grpSpMkLst>
        </pc:grpChg>
        <pc:picChg chg="add mod ord">
          <ac:chgData name="waeil mohamadi" userId="990b64c12aff7dfc" providerId="LiveId" clId="{325E8C3E-DCD1-407B-B6C2-E2EEBA8B4D4A}" dt="2025-12-15T07:30:22.500" v="114" actId="26606"/>
          <ac:picMkLst>
            <pc:docMk/>
            <pc:sldMk cId="0" sldId="261"/>
            <ac:picMk id="5" creationId="{4B3D25C4-6DA0-A499-F0A1-1C82DD46C587}"/>
          </ac:picMkLst>
        </pc:picChg>
        <pc:picChg chg="add del mod">
          <ac:chgData name="waeil mohamadi" userId="990b64c12aff7dfc" providerId="LiveId" clId="{325E8C3E-DCD1-407B-B6C2-E2EEBA8B4D4A}" dt="2025-12-15T07:30:12.170" v="110" actId="22"/>
          <ac:picMkLst>
            <pc:docMk/>
            <pc:sldMk cId="0" sldId="261"/>
            <ac:picMk id="6" creationId="{DB1CD8FB-D563-8F08-9749-FAB1C37CBB2D}"/>
          </ac:picMkLst>
        </pc:picChg>
        <pc:picChg chg="add del mod">
          <ac:chgData name="waeil mohamadi" userId="990b64c12aff7dfc" providerId="LiveId" clId="{325E8C3E-DCD1-407B-B6C2-E2EEBA8B4D4A}" dt="2025-12-15T07:30:11.467" v="109" actId="22"/>
          <ac:picMkLst>
            <pc:docMk/>
            <pc:sldMk cId="0" sldId="261"/>
            <ac:picMk id="13" creationId="{7A03E8A4-1C0A-9B87-3EE2-678574E50F54}"/>
          </ac:picMkLst>
        </pc:picChg>
        <pc:picChg chg="add mod">
          <ac:chgData name="waeil mohamadi" userId="990b64c12aff7dfc" providerId="LiveId" clId="{325E8C3E-DCD1-407B-B6C2-E2EEBA8B4D4A}" dt="2025-12-15T07:30:39.644" v="116" actId="962"/>
          <ac:picMkLst>
            <pc:docMk/>
            <pc:sldMk cId="0" sldId="261"/>
            <ac:picMk id="17" creationId="{8B9F4CA9-0966-017C-72EC-036AD410E301}"/>
          </ac:picMkLst>
        </pc:picChg>
      </pc:sldChg>
      <pc:sldChg chg="addSp delSp modSp mod setBg modNotesTx">
        <pc:chgData name="waeil mohamadi" userId="990b64c12aff7dfc" providerId="LiveId" clId="{325E8C3E-DCD1-407B-B6C2-E2EEBA8B4D4A}" dt="2025-12-15T07:55:29.487" v="241" actId="20577"/>
        <pc:sldMkLst>
          <pc:docMk/>
          <pc:sldMk cId="0" sldId="262"/>
        </pc:sldMkLst>
        <pc:spChg chg="mod">
          <ac:chgData name="waeil mohamadi" userId="990b64c12aff7dfc" providerId="LiveId" clId="{325E8C3E-DCD1-407B-B6C2-E2EEBA8B4D4A}" dt="2025-12-15T07:35:56.594" v="121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waeil mohamadi" userId="990b64c12aff7dfc" providerId="LiveId" clId="{325E8C3E-DCD1-407B-B6C2-E2EEBA8B4D4A}" dt="2025-12-15T07:02:50.177" v="34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7:02:50.146" v="33" actId="26606"/>
          <ac:spMkLst>
            <pc:docMk/>
            <pc:sldMk cId="0" sldId="262"/>
            <ac:spMk id="9" creationId="{B210AC1D-4063-4C6E-9528-FA9C4C0C18E6}"/>
          </ac:spMkLst>
        </pc:spChg>
        <pc:spChg chg="add del">
          <ac:chgData name="waeil mohamadi" userId="990b64c12aff7dfc" providerId="LiveId" clId="{325E8C3E-DCD1-407B-B6C2-E2EEBA8B4D4A}" dt="2025-12-15T07:02:50.146" v="33" actId="26606"/>
          <ac:spMkLst>
            <pc:docMk/>
            <pc:sldMk cId="0" sldId="262"/>
            <ac:spMk id="11" creationId="{02F8C595-E68C-4306-AED8-DC7826A0A506}"/>
          </ac:spMkLst>
        </pc:spChg>
        <pc:spChg chg="add del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13" creationId="{AAD0DBB9-1A4B-4391-81D4-CB19F9AB918A}"/>
          </ac:spMkLst>
        </pc:spChg>
        <pc:spChg chg="add del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14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15" creationId="{063BBA22-50EA-4C4D-BE05-F1CE4E63AA56}"/>
          </ac:spMkLst>
        </pc:spChg>
        <pc:spChg chg="add del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16" creationId="{F68B3F68-107C-434F-AA38-110D5EA91B85}"/>
          </ac:spMkLst>
        </pc:spChg>
        <pc:spChg chg="add del">
          <ac:chgData name="waeil mohamadi" userId="990b64c12aff7dfc" providerId="LiveId" clId="{325E8C3E-DCD1-407B-B6C2-E2EEBA8B4D4A}" dt="2025-12-15T07:35:56.594" v="121" actId="26606"/>
          <ac:spMkLst>
            <pc:docMk/>
            <pc:sldMk cId="0" sldId="262"/>
            <ac:spMk id="22" creationId="{45D37F4E-DDB4-456B-97E0-9937730A039F}"/>
          </ac:spMkLst>
        </pc:spChg>
        <pc:spChg chg="add del">
          <ac:chgData name="waeil mohamadi" userId="990b64c12aff7dfc" providerId="LiveId" clId="{325E8C3E-DCD1-407B-B6C2-E2EEBA8B4D4A}" dt="2025-12-15T07:35:56.594" v="121" actId="26606"/>
          <ac:spMkLst>
            <pc:docMk/>
            <pc:sldMk cId="0" sldId="262"/>
            <ac:spMk id="24" creationId="{B2DD41CD-8F47-4F56-AD12-4E2FF7696987}"/>
          </ac:spMkLst>
        </pc:spChg>
        <pc:spChg chg="add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26" creationId="{BACC6370-2D7E-4714-9D71-7542949D7D5D}"/>
          </ac:spMkLst>
        </pc:spChg>
        <pc:spChg chg="add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27" creationId="{F68B3F68-107C-434F-AA38-110D5EA91B85}"/>
          </ac:spMkLst>
        </pc:spChg>
        <pc:spChg chg="add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28" creationId="{AAD0DBB9-1A4B-4391-81D4-CB19F9AB918A}"/>
          </ac:spMkLst>
        </pc:spChg>
        <pc:spChg chg="add">
          <ac:chgData name="waeil mohamadi" userId="990b64c12aff7dfc" providerId="LiveId" clId="{325E8C3E-DCD1-407B-B6C2-E2EEBA8B4D4A}" dt="2025-12-15T07:35:56.615" v="122" actId="26606"/>
          <ac:spMkLst>
            <pc:docMk/>
            <pc:sldMk cId="0" sldId="262"/>
            <ac:spMk id="29" creationId="{063BBA22-50EA-4C4D-BE05-F1CE4E63AA56}"/>
          </ac:spMkLst>
        </pc:spChg>
        <pc:graphicFrameChg chg="add mod ord modGraphic">
          <ac:chgData name="waeil mohamadi" userId="990b64c12aff7dfc" providerId="LiveId" clId="{325E8C3E-DCD1-407B-B6C2-E2EEBA8B4D4A}" dt="2025-12-15T07:35:56.615" v="122" actId="26606"/>
          <ac:graphicFrameMkLst>
            <pc:docMk/>
            <pc:sldMk cId="0" sldId="262"/>
            <ac:graphicFrameMk id="17" creationId="{998891B7-053A-1FC1-8AD5-A60B63EFFBBC}"/>
          </ac:graphicFrameMkLst>
        </pc:graphicFrameChg>
        <pc:picChg chg="add del">
          <ac:chgData name="waeil mohamadi" userId="990b64c12aff7dfc" providerId="LiveId" clId="{325E8C3E-DCD1-407B-B6C2-E2EEBA8B4D4A}" dt="2025-12-15T07:02:50.146" v="33" actId="26606"/>
          <ac:picMkLst>
            <pc:docMk/>
            <pc:sldMk cId="0" sldId="262"/>
            <ac:picMk id="5" creationId="{EFB4BEF0-CD92-F5BA-D545-AB8ED99087FE}"/>
          </ac:picMkLst>
        </pc:picChg>
        <pc:picChg chg="add mod">
          <ac:chgData name="waeil mohamadi" userId="990b64c12aff7dfc" providerId="LiveId" clId="{325E8C3E-DCD1-407B-B6C2-E2EEBA8B4D4A}" dt="2025-12-15T07:35:56.594" v="121" actId="26606"/>
          <ac:picMkLst>
            <pc:docMk/>
            <pc:sldMk cId="0" sldId="262"/>
            <ac:picMk id="6" creationId="{9643B8A8-68C2-E3C2-4492-AB551DF8732F}"/>
          </ac:picMkLst>
        </pc:picChg>
      </pc:sldChg>
      <pc:sldChg chg="addSp delSp modSp mod setBg modNotesTx">
        <pc:chgData name="waeil mohamadi" userId="990b64c12aff7dfc" providerId="LiveId" clId="{325E8C3E-DCD1-407B-B6C2-E2EEBA8B4D4A}" dt="2025-12-15T07:55:37.347" v="255" actId="20577"/>
        <pc:sldMkLst>
          <pc:docMk/>
          <pc:sldMk cId="0" sldId="263"/>
        </pc:sldMkLst>
        <pc:spChg chg="mod">
          <ac:chgData name="waeil mohamadi" userId="990b64c12aff7dfc" providerId="LiveId" clId="{325E8C3E-DCD1-407B-B6C2-E2EEBA8B4D4A}" dt="2025-12-15T07:38:10.699" v="135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waeil mohamadi" userId="990b64c12aff7dfc" providerId="LiveId" clId="{325E8C3E-DCD1-407B-B6C2-E2EEBA8B4D4A}" dt="2025-12-15T07:03:07.696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7:37:45.298" v="130" actId="26606"/>
          <ac:spMkLst>
            <pc:docMk/>
            <pc:sldMk cId="0" sldId="263"/>
            <ac:spMk id="9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7:37:45.298" v="130" actId="26606"/>
          <ac:spMkLst>
            <pc:docMk/>
            <pc:sldMk cId="0" sldId="263"/>
            <ac:spMk id="11" creationId="{F68B3F68-107C-434F-AA38-110D5EA91B85}"/>
          </ac:spMkLst>
        </pc:spChg>
        <pc:spChg chg="add del">
          <ac:chgData name="waeil mohamadi" userId="990b64c12aff7dfc" providerId="LiveId" clId="{325E8C3E-DCD1-407B-B6C2-E2EEBA8B4D4A}" dt="2025-12-15T07:37:45.298" v="130" actId="26606"/>
          <ac:spMkLst>
            <pc:docMk/>
            <pc:sldMk cId="0" sldId="263"/>
            <ac:spMk id="13" creationId="{AAD0DBB9-1A4B-4391-81D4-CB19F9AB918A}"/>
          </ac:spMkLst>
        </pc:spChg>
        <pc:spChg chg="add del">
          <ac:chgData name="waeil mohamadi" userId="990b64c12aff7dfc" providerId="LiveId" clId="{325E8C3E-DCD1-407B-B6C2-E2EEBA8B4D4A}" dt="2025-12-15T07:37:45.298" v="130" actId="26606"/>
          <ac:spMkLst>
            <pc:docMk/>
            <pc:sldMk cId="0" sldId="263"/>
            <ac:spMk id="15" creationId="{063BBA22-50EA-4C4D-BE05-F1CE4E63AA56}"/>
          </ac:spMkLst>
        </pc:spChg>
        <pc:spChg chg="add del">
          <ac:chgData name="waeil mohamadi" userId="990b64c12aff7dfc" providerId="LiveId" clId="{325E8C3E-DCD1-407B-B6C2-E2EEBA8B4D4A}" dt="2025-12-15T07:37:24.280" v="127" actId="26606"/>
          <ac:spMkLst>
            <pc:docMk/>
            <pc:sldMk cId="0" sldId="263"/>
            <ac:spMk id="20" creationId="{8D1AA55E-40D5-461B-A5A8-4AE8AAB71B08}"/>
          </ac:spMkLst>
        </pc:spChg>
        <pc:spChg chg="add del">
          <ac:chgData name="waeil mohamadi" userId="990b64c12aff7dfc" providerId="LiveId" clId="{325E8C3E-DCD1-407B-B6C2-E2EEBA8B4D4A}" dt="2025-12-15T07:37:24.280" v="127" actId="26606"/>
          <ac:spMkLst>
            <pc:docMk/>
            <pc:sldMk cId="0" sldId="263"/>
            <ac:spMk id="24" creationId="{6CB927A4-E432-4310-9CD5-E89FF5063179}"/>
          </ac:spMkLst>
        </pc:spChg>
        <pc:spChg chg="add del">
          <ac:chgData name="waeil mohamadi" userId="990b64c12aff7dfc" providerId="LiveId" clId="{325E8C3E-DCD1-407B-B6C2-E2EEBA8B4D4A}" dt="2025-12-15T07:37:24.280" v="127" actId="26606"/>
          <ac:spMkLst>
            <pc:docMk/>
            <pc:sldMk cId="0" sldId="263"/>
            <ac:spMk id="26" creationId="{E3020543-B24B-4EC4-8FFC-8DD88EEA91A8}"/>
          </ac:spMkLst>
        </pc:spChg>
        <pc:spChg chg="add del">
          <ac:chgData name="waeil mohamadi" userId="990b64c12aff7dfc" providerId="LiveId" clId="{325E8C3E-DCD1-407B-B6C2-E2EEBA8B4D4A}" dt="2025-12-15T07:37:45.247" v="129" actId="26606"/>
          <ac:spMkLst>
            <pc:docMk/>
            <pc:sldMk cId="0" sldId="263"/>
            <ac:spMk id="29" creationId="{03AF1C04-3FEF-41BD-BB84-2F263765BEBC}"/>
          </ac:spMkLst>
        </pc:spChg>
        <pc:grpChg chg="del">
          <ac:chgData name="waeil mohamadi" userId="990b64c12aff7dfc" providerId="LiveId" clId="{325E8C3E-DCD1-407B-B6C2-E2EEBA8B4D4A}" dt="2025-12-15T07:37:45.247" v="129" actId="26606"/>
          <ac:grpSpMkLst>
            <pc:docMk/>
            <pc:sldMk cId="0" sldId="263"/>
            <ac:grpSpMk id="30" creationId="{E27AF472-EAE3-4572-AB69-B92BD10DBC6D}"/>
          </ac:grpSpMkLst>
        </pc:grpChg>
        <pc:grpChg chg="add">
          <ac:chgData name="waeil mohamadi" userId="990b64c12aff7dfc" providerId="LiveId" clId="{325E8C3E-DCD1-407B-B6C2-E2EEBA8B4D4A}" dt="2025-12-15T07:37:24.392" v="128" actId="26606"/>
          <ac:grpSpMkLst>
            <pc:docMk/>
            <pc:sldMk cId="0" sldId="263"/>
            <ac:grpSpMk id="38" creationId="{2DD5E267-EB6F-47DF-ABEF-2C1BED44DAC6}"/>
          </ac:grpSpMkLst>
        </pc:grpChg>
        <pc:grpChg chg="add del">
          <ac:chgData name="waeil mohamadi" userId="990b64c12aff7dfc" providerId="LiveId" clId="{325E8C3E-DCD1-407B-B6C2-E2EEBA8B4D4A}" dt="2025-12-15T07:37:45.247" v="129" actId="26606"/>
          <ac:grpSpMkLst>
            <pc:docMk/>
            <pc:sldMk cId="0" sldId="263"/>
            <ac:grpSpMk id="40" creationId="{66828D02-A05D-412B-9F20-B68E970B9FC2}"/>
          </ac:grpSpMkLst>
        </pc:grpChg>
        <pc:grpChg chg="add del">
          <ac:chgData name="waeil mohamadi" userId="990b64c12aff7dfc" providerId="LiveId" clId="{325E8C3E-DCD1-407B-B6C2-E2EEBA8B4D4A}" dt="2025-12-15T07:38:01.118" v="133" actId="26606"/>
          <ac:grpSpMkLst>
            <pc:docMk/>
            <pc:sldMk cId="0" sldId="263"/>
            <ac:grpSpMk id="42" creationId="{3AFCAD34-1AFC-BC1A-F6B2-C34C63912EAB}"/>
          </ac:grpSpMkLst>
        </pc:grpChg>
        <pc:grpChg chg="add del">
          <ac:chgData name="waeil mohamadi" userId="990b64c12aff7dfc" providerId="LiveId" clId="{325E8C3E-DCD1-407B-B6C2-E2EEBA8B4D4A}" dt="2025-12-15T07:38:10.699" v="135" actId="26606"/>
          <ac:grpSpMkLst>
            <pc:docMk/>
            <pc:sldMk cId="0" sldId="263"/>
            <ac:grpSpMk id="48" creationId="{BE589684-54CA-64D8-C963-5F19FF75BF72}"/>
          </ac:grpSpMkLst>
        </pc:grpChg>
        <pc:grpChg chg="add">
          <ac:chgData name="waeil mohamadi" userId="990b64c12aff7dfc" providerId="LiveId" clId="{325E8C3E-DCD1-407B-B6C2-E2EEBA8B4D4A}" dt="2025-12-15T07:38:10.699" v="135" actId="26606"/>
          <ac:grpSpMkLst>
            <pc:docMk/>
            <pc:sldMk cId="0" sldId="263"/>
            <ac:grpSpMk id="55" creationId="{3AFCAD34-1AFC-BC1A-F6B2-C34C63912EAB}"/>
          </ac:grpSpMkLst>
        </pc:grpChg>
        <pc:graphicFrameChg chg="add mod ord modGraphic">
          <ac:chgData name="waeil mohamadi" userId="990b64c12aff7dfc" providerId="LiveId" clId="{325E8C3E-DCD1-407B-B6C2-E2EEBA8B4D4A}" dt="2025-12-15T07:38:10.699" v="135" actId="26606"/>
          <ac:graphicFrameMkLst>
            <pc:docMk/>
            <pc:sldMk cId="0" sldId="263"/>
            <ac:graphicFrameMk id="5" creationId="{458C8089-B86E-84FE-0859-4BCA7CAE41F5}"/>
          </ac:graphicFrameMkLst>
        </pc:graphicFrameChg>
        <pc:picChg chg="add mod ord">
          <ac:chgData name="waeil mohamadi" userId="990b64c12aff7dfc" providerId="LiveId" clId="{325E8C3E-DCD1-407B-B6C2-E2EEBA8B4D4A}" dt="2025-12-15T07:38:31.246" v="137" actId="14100"/>
          <ac:picMkLst>
            <pc:docMk/>
            <pc:sldMk cId="0" sldId="263"/>
            <ac:picMk id="6" creationId="{2A896779-44E1-72AC-46FD-8BA614393B2E}"/>
          </ac:picMkLst>
        </pc:picChg>
      </pc:sldChg>
      <pc:sldChg chg="addSp delSp modSp mod setBg modNotesTx">
        <pc:chgData name="waeil mohamadi" userId="990b64c12aff7dfc" providerId="LiveId" clId="{325E8C3E-DCD1-407B-B6C2-E2EEBA8B4D4A}" dt="2025-12-15T07:55:48.266" v="269" actId="20577"/>
        <pc:sldMkLst>
          <pc:docMk/>
          <pc:sldMk cId="0" sldId="264"/>
        </pc:sldMkLst>
        <pc:spChg chg="mod">
          <ac:chgData name="waeil mohamadi" userId="990b64c12aff7dfc" providerId="LiveId" clId="{325E8C3E-DCD1-407B-B6C2-E2EEBA8B4D4A}" dt="2025-12-15T07:40:23.760" v="143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waeil mohamadi" userId="990b64c12aff7dfc" providerId="LiveId" clId="{325E8C3E-DCD1-407B-B6C2-E2EEBA8B4D4A}" dt="2025-12-15T07:04:04.690" v="40" actId="2660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waeil mohamadi" userId="990b64c12aff7dfc" providerId="LiveId" clId="{325E8C3E-DCD1-407B-B6C2-E2EEBA8B4D4A}" dt="2025-12-15T07:03:56.946" v="37" actId="26606"/>
          <ac:spMkLst>
            <pc:docMk/>
            <pc:sldMk cId="0" sldId="264"/>
            <ac:spMk id="9" creationId="{9F7D5CDA-D291-4307-BF55-1381FED29634}"/>
          </ac:spMkLst>
        </pc:spChg>
        <pc:spChg chg="add del">
          <ac:chgData name="waeil mohamadi" userId="990b64c12aff7dfc" providerId="LiveId" clId="{325E8C3E-DCD1-407B-B6C2-E2EEBA8B4D4A}" dt="2025-12-15T07:03:56.946" v="37" actId="26606"/>
          <ac:spMkLst>
            <pc:docMk/>
            <pc:sldMk cId="0" sldId="264"/>
            <ac:spMk id="11" creationId="{59B296B9-C5A5-4E4F-9B60-C907B5F1466C}"/>
          </ac:spMkLst>
        </pc:spChg>
        <pc:spChg chg="add del">
          <ac:chgData name="waeil mohamadi" userId="990b64c12aff7dfc" providerId="LiveId" clId="{325E8C3E-DCD1-407B-B6C2-E2EEBA8B4D4A}" dt="2025-12-15T07:03:56.946" v="37" actId="26606"/>
          <ac:spMkLst>
            <pc:docMk/>
            <pc:sldMk cId="0" sldId="264"/>
            <ac:spMk id="13" creationId="{D0300FD3-5AF1-6305-15FA-9078072672E2}"/>
          </ac:spMkLst>
        </pc:spChg>
        <pc:spChg chg="add del">
          <ac:chgData name="waeil mohamadi" userId="990b64c12aff7dfc" providerId="LiveId" clId="{325E8C3E-DCD1-407B-B6C2-E2EEBA8B4D4A}" dt="2025-12-15T07:04:04.674" v="39" actId="26606"/>
          <ac:spMkLst>
            <pc:docMk/>
            <pc:sldMk cId="0" sldId="264"/>
            <ac:spMk id="16" creationId="{AE3A741D-C19B-960A-5803-1C5887147820}"/>
          </ac:spMkLst>
        </pc:spChg>
        <pc:spChg chg="add del">
          <ac:chgData name="waeil mohamadi" userId="990b64c12aff7dfc" providerId="LiveId" clId="{325E8C3E-DCD1-407B-B6C2-E2EEBA8B4D4A}" dt="2025-12-15T07:04:04.674" v="39" actId="26606"/>
          <ac:spMkLst>
            <pc:docMk/>
            <pc:sldMk cId="0" sldId="264"/>
            <ac:spMk id="17" creationId="{DC39DE25-0E4E-0AA7-0932-1D78C2372786}"/>
          </ac:spMkLst>
        </pc:spChg>
        <pc:spChg chg="add del">
          <ac:chgData name="waeil mohamadi" userId="990b64c12aff7dfc" providerId="LiveId" clId="{325E8C3E-DCD1-407B-B6C2-E2EEBA8B4D4A}" dt="2025-12-15T07:04:04.674" v="39" actId="26606"/>
          <ac:spMkLst>
            <pc:docMk/>
            <pc:sldMk cId="0" sldId="264"/>
            <ac:spMk id="18" creationId="{8D6EA299-0840-6DEA-E670-C49AEBC87E89}"/>
          </ac:spMkLst>
        </pc:spChg>
        <pc:spChg chg="add del">
          <ac:chgData name="waeil mohamadi" userId="990b64c12aff7dfc" providerId="LiveId" clId="{325E8C3E-DCD1-407B-B6C2-E2EEBA8B4D4A}" dt="2025-12-15T07:40:23.760" v="143" actId="26606"/>
          <ac:spMkLst>
            <pc:docMk/>
            <pc:sldMk cId="0" sldId="264"/>
            <ac:spMk id="20" creationId="{BACC6370-2D7E-4714-9D71-7542949D7D5D}"/>
          </ac:spMkLst>
        </pc:spChg>
        <pc:spChg chg="add del">
          <ac:chgData name="waeil mohamadi" userId="990b64c12aff7dfc" providerId="LiveId" clId="{325E8C3E-DCD1-407B-B6C2-E2EEBA8B4D4A}" dt="2025-12-15T07:40:23.760" v="143" actId="26606"/>
          <ac:spMkLst>
            <pc:docMk/>
            <pc:sldMk cId="0" sldId="264"/>
            <ac:spMk id="21" creationId="{F68B3F68-107C-434F-AA38-110D5EA91B85}"/>
          </ac:spMkLst>
        </pc:spChg>
        <pc:spChg chg="add del">
          <ac:chgData name="waeil mohamadi" userId="990b64c12aff7dfc" providerId="LiveId" clId="{325E8C3E-DCD1-407B-B6C2-E2EEBA8B4D4A}" dt="2025-12-15T07:40:23.760" v="143" actId="26606"/>
          <ac:spMkLst>
            <pc:docMk/>
            <pc:sldMk cId="0" sldId="264"/>
            <ac:spMk id="22" creationId="{AAD0DBB9-1A4B-4391-81D4-CB19F9AB918A}"/>
          </ac:spMkLst>
        </pc:spChg>
        <pc:spChg chg="add del">
          <ac:chgData name="waeil mohamadi" userId="990b64c12aff7dfc" providerId="LiveId" clId="{325E8C3E-DCD1-407B-B6C2-E2EEBA8B4D4A}" dt="2025-12-15T07:40:23.760" v="143" actId="26606"/>
          <ac:spMkLst>
            <pc:docMk/>
            <pc:sldMk cId="0" sldId="264"/>
            <ac:spMk id="23" creationId="{063BBA22-50EA-4C4D-BE05-F1CE4E63AA56}"/>
          </ac:spMkLst>
        </pc:spChg>
        <pc:grpChg chg="add">
          <ac:chgData name="waeil mohamadi" userId="990b64c12aff7dfc" providerId="LiveId" clId="{325E8C3E-DCD1-407B-B6C2-E2EEBA8B4D4A}" dt="2025-12-15T07:40:23.760" v="143" actId="26606"/>
          <ac:grpSpMkLst>
            <pc:docMk/>
            <pc:sldMk cId="0" sldId="264"/>
            <ac:grpSpMk id="29" creationId="{6258F736-B256-8039-9DC6-F4E49A5C5AD5}"/>
          </ac:grpSpMkLst>
        </pc:grpChg>
        <pc:graphicFrameChg chg="add mod ord modGraphic">
          <ac:chgData name="waeil mohamadi" userId="990b64c12aff7dfc" providerId="LiveId" clId="{325E8C3E-DCD1-407B-B6C2-E2EEBA8B4D4A}" dt="2025-12-15T07:40:23.760" v="143" actId="26606"/>
          <ac:graphicFrameMkLst>
            <pc:docMk/>
            <pc:sldMk cId="0" sldId="264"/>
            <ac:graphicFrameMk id="24" creationId="{28CE9B10-44EE-1B90-68FC-3A5EA9EEB347}"/>
          </ac:graphicFrameMkLst>
        </pc:graphicFrameChg>
        <pc:picChg chg="add del">
          <ac:chgData name="waeil mohamadi" userId="990b64c12aff7dfc" providerId="LiveId" clId="{325E8C3E-DCD1-407B-B6C2-E2EEBA8B4D4A}" dt="2025-12-15T07:03:56.946" v="37" actId="26606"/>
          <ac:picMkLst>
            <pc:docMk/>
            <pc:sldMk cId="0" sldId="264"/>
            <ac:picMk id="5" creationId="{EF369B49-78E2-38D3-B245-8105AD8C174C}"/>
          </ac:picMkLst>
        </pc:picChg>
        <pc:picChg chg="add mod">
          <ac:chgData name="waeil mohamadi" userId="990b64c12aff7dfc" providerId="LiveId" clId="{325E8C3E-DCD1-407B-B6C2-E2EEBA8B4D4A}" dt="2025-12-15T07:40:23.760" v="143" actId="26606"/>
          <ac:picMkLst>
            <pc:docMk/>
            <pc:sldMk cId="0" sldId="264"/>
            <ac:picMk id="6" creationId="{8AB75A35-895A-F5D1-1EA7-2370D65498CF}"/>
          </ac:picMkLst>
        </pc:picChg>
        <pc:picChg chg="add del">
          <ac:chgData name="waeil mohamadi" userId="990b64c12aff7dfc" providerId="LiveId" clId="{325E8C3E-DCD1-407B-B6C2-E2EEBA8B4D4A}" dt="2025-12-15T07:04:04.674" v="39" actId="26606"/>
          <ac:picMkLst>
            <pc:docMk/>
            <pc:sldMk cId="0" sldId="264"/>
            <ac:picMk id="15" creationId="{2DA69CDC-DD20-A98F-12B7-64218CADE339}"/>
          </ac:picMkLst>
        </pc:picChg>
      </pc:sldChg>
      <pc:sldChg chg="addSp delSp modSp mod setBg modNotesTx">
        <pc:chgData name="waeil mohamadi" userId="990b64c12aff7dfc" providerId="LiveId" clId="{325E8C3E-DCD1-407B-B6C2-E2EEBA8B4D4A}" dt="2025-12-15T07:55:59.258" v="283" actId="20577"/>
        <pc:sldMkLst>
          <pc:docMk/>
          <pc:sldMk cId="0" sldId="265"/>
        </pc:sldMkLst>
        <pc:spChg chg="mod">
          <ac:chgData name="waeil mohamadi" userId="990b64c12aff7dfc" providerId="LiveId" clId="{325E8C3E-DCD1-407B-B6C2-E2EEBA8B4D4A}" dt="2025-12-15T07:04:15.969" v="41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waeil mohamadi" userId="990b64c12aff7dfc" providerId="LiveId" clId="{325E8C3E-DCD1-407B-B6C2-E2EEBA8B4D4A}" dt="2025-12-15T07:04:15.969" v="41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waeil mohamadi" userId="990b64c12aff7dfc" providerId="LiveId" clId="{325E8C3E-DCD1-407B-B6C2-E2EEBA8B4D4A}" dt="2025-12-15T07:04:15.969" v="41" actId="26606"/>
          <ac:spMkLst>
            <pc:docMk/>
            <pc:sldMk cId="0" sldId="265"/>
            <ac:spMk id="9" creationId="{BACC6370-2D7E-4714-9D71-7542949D7D5D}"/>
          </ac:spMkLst>
        </pc:spChg>
        <pc:spChg chg="add">
          <ac:chgData name="waeil mohamadi" userId="990b64c12aff7dfc" providerId="LiveId" clId="{325E8C3E-DCD1-407B-B6C2-E2EEBA8B4D4A}" dt="2025-12-15T07:04:15.969" v="41" actId="26606"/>
          <ac:spMkLst>
            <pc:docMk/>
            <pc:sldMk cId="0" sldId="265"/>
            <ac:spMk id="11" creationId="{F68B3F68-107C-434F-AA38-110D5EA91B85}"/>
          </ac:spMkLst>
        </pc:spChg>
        <pc:spChg chg="add">
          <ac:chgData name="waeil mohamadi" userId="990b64c12aff7dfc" providerId="LiveId" clId="{325E8C3E-DCD1-407B-B6C2-E2EEBA8B4D4A}" dt="2025-12-15T07:04:15.969" v="41" actId="26606"/>
          <ac:spMkLst>
            <pc:docMk/>
            <pc:sldMk cId="0" sldId="265"/>
            <ac:spMk id="13" creationId="{AAD0DBB9-1A4B-4391-81D4-CB19F9AB918A}"/>
          </ac:spMkLst>
        </pc:spChg>
        <pc:spChg chg="add">
          <ac:chgData name="waeil mohamadi" userId="990b64c12aff7dfc" providerId="LiveId" clId="{325E8C3E-DCD1-407B-B6C2-E2EEBA8B4D4A}" dt="2025-12-15T07:04:15.969" v="41" actId="26606"/>
          <ac:spMkLst>
            <pc:docMk/>
            <pc:sldMk cId="0" sldId="265"/>
            <ac:spMk id="15" creationId="{063BBA22-50EA-4C4D-BE05-F1CE4E63AA56}"/>
          </ac:spMkLst>
        </pc:spChg>
        <pc:graphicFrameChg chg="add">
          <ac:chgData name="waeil mohamadi" userId="990b64c12aff7dfc" providerId="LiveId" clId="{325E8C3E-DCD1-407B-B6C2-E2EEBA8B4D4A}" dt="2025-12-15T07:04:15.969" v="41" actId="26606"/>
          <ac:graphicFrameMkLst>
            <pc:docMk/>
            <pc:sldMk cId="0" sldId="265"/>
            <ac:graphicFrameMk id="5" creationId="{5DD7EAD8-1E1A-E12A-7551-887D559844CB}"/>
          </ac:graphicFrameMkLst>
        </pc:graphicFrameChg>
      </pc:sldChg>
      <pc:sldMasterChg chg="modSldLayout">
        <pc:chgData name="waeil mohamadi" userId="990b64c12aff7dfc" providerId="LiveId" clId="{325E8C3E-DCD1-407B-B6C2-E2EEBA8B4D4A}" dt="2025-12-15T07:59:32.805" v="303" actId="20577"/>
        <pc:sldMasterMkLst>
          <pc:docMk/>
          <pc:sldMasterMk cId="2209977519" sldId="2147483648"/>
        </pc:sldMasterMkLst>
        <pc:sldLayoutChg chg="modSp mod">
          <pc:chgData name="waeil mohamadi" userId="990b64c12aff7dfc" providerId="LiveId" clId="{325E8C3E-DCD1-407B-B6C2-E2EEBA8B4D4A}" dt="2025-12-15T07:59:32.805" v="303" actId="20577"/>
          <pc:sldLayoutMkLst>
            <pc:docMk/>
            <pc:sldMasterMk cId="2209977519" sldId="2147483648"/>
            <pc:sldLayoutMk cId="2614314258" sldId="2147483650"/>
          </pc:sldLayoutMkLst>
          <pc:spChg chg="mod">
            <ac:chgData name="waeil mohamadi" userId="990b64c12aff7dfc" providerId="LiveId" clId="{325E8C3E-DCD1-407B-B6C2-E2EEBA8B4D4A}" dt="2025-12-15T07:59:32.805" v="303" actId="20577"/>
            <ac:spMkLst>
              <pc:docMk/>
              <pc:sldMasterMk cId="2209977519" sldId="2147483648"/>
              <pc:sldLayoutMk cId="2614314258" sldId="2147483650"/>
              <ac:spMk id="5" creationId="{00000000-0000-0000-0000-000000000000}"/>
            </ac:spMkLst>
          </pc:spChg>
          <pc:spChg chg="mod">
            <ac:chgData name="waeil mohamadi" userId="990b64c12aff7dfc" providerId="LiveId" clId="{325E8C3E-DCD1-407B-B6C2-E2EEBA8B4D4A}" dt="2025-12-15T07:59:25.325" v="295" actId="20577"/>
            <ac:spMkLst>
              <pc:docMk/>
              <pc:sldMasterMk cId="2209977519" sldId="2147483648"/>
              <pc:sldLayoutMk cId="2614314258" sldId="2147483650"/>
              <ac:spMk id="6" creationId="{00000000-0000-0000-0000-000000000000}"/>
            </ac:spMkLst>
          </pc:spChg>
        </pc:sldLayoutChg>
      </pc:sldMasterChg>
      <pc:sldMasterChg chg="new mod addSldLayout">
        <pc:chgData name="waeil mohamadi" userId="990b64c12aff7dfc" providerId="LiveId" clId="{325E8C3E-DCD1-407B-B6C2-E2EEBA8B4D4A}" dt="2025-12-15T07:59:47.525" v="304" actId="6938"/>
        <pc:sldMasterMkLst>
          <pc:docMk/>
          <pc:sldMasterMk cId="1733742422" sldId="2147483660"/>
        </pc:sldMasterMkLst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4012306338" sldId="2147483661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1733360114" sldId="2147483662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3287885024" sldId="2147483663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4283549863" sldId="2147483664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4080253082" sldId="2147483665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1522447153" sldId="2147483666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512372725" sldId="2147483667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1392043343" sldId="2147483668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524675582" sldId="2147483669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100093376" sldId="2147483670"/>
          </pc:sldLayoutMkLst>
        </pc:sldLayoutChg>
        <pc:sldLayoutChg chg="new replId">
          <pc:chgData name="waeil mohamadi" userId="990b64c12aff7dfc" providerId="LiveId" clId="{325E8C3E-DCD1-407B-B6C2-E2EEBA8B4D4A}" dt="2025-12-15T07:59:47.525" v="304" actId="6938"/>
          <pc:sldLayoutMkLst>
            <pc:docMk/>
            <pc:sldMasterMk cId="1733742422" sldId="2147483660"/>
            <pc:sldLayoutMk cId="3154470083" sldId="2147483671"/>
          </pc:sldLayoutMkLst>
        </pc:sldLayoutChg>
      </pc:sldMaster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F82710-67F1-4FBF-A446-81EFC790B230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B508F6EA-3538-422B-B8CB-430FB1F762F1}">
      <dgm:prSet/>
      <dgm:spPr/>
      <dgm:t>
        <a:bodyPr/>
        <a:lstStyle/>
        <a:p>
          <a:r>
            <a:rPr lang="en-US"/>
            <a:t>Simple Linear Regression Model</a:t>
          </a:r>
        </a:p>
      </dgm:t>
    </dgm:pt>
    <dgm:pt modelId="{10247BB3-C4DF-4AA1-AECD-A291BD086778}" type="parTrans" cxnId="{D9A8FA96-1029-4F88-B492-E6F5A680EB5F}">
      <dgm:prSet/>
      <dgm:spPr/>
      <dgm:t>
        <a:bodyPr/>
        <a:lstStyle/>
        <a:p>
          <a:endParaRPr lang="en-US"/>
        </a:p>
      </dgm:t>
    </dgm:pt>
    <dgm:pt modelId="{F5101552-54CB-4E91-B25C-D964CC503724}" type="sibTrans" cxnId="{D9A8FA96-1029-4F88-B492-E6F5A680EB5F}">
      <dgm:prSet/>
      <dgm:spPr/>
      <dgm:t>
        <a:bodyPr/>
        <a:lstStyle/>
        <a:p>
          <a:endParaRPr lang="en-US"/>
        </a:p>
      </dgm:t>
    </dgm:pt>
    <dgm:pt modelId="{93A96B41-AA88-41B5-9CEB-722707B34E70}">
      <dgm:prSet/>
      <dgm:spPr/>
      <dgm:t>
        <a:bodyPr/>
        <a:lstStyle/>
        <a:p>
          <a:r>
            <a:rPr lang="en-US"/>
            <a:t>Salary Prediction Based on Experience</a:t>
          </a:r>
        </a:p>
      </dgm:t>
    </dgm:pt>
    <dgm:pt modelId="{F8BD0A15-6995-41BD-BF9D-00B048DD88B4}" type="parTrans" cxnId="{0C304AC8-53FA-41B4-9A9B-92F9B3D80D8F}">
      <dgm:prSet/>
      <dgm:spPr/>
      <dgm:t>
        <a:bodyPr/>
        <a:lstStyle/>
        <a:p>
          <a:endParaRPr lang="en-US"/>
        </a:p>
      </dgm:t>
    </dgm:pt>
    <dgm:pt modelId="{59F52B74-1D4F-42EE-AB9E-7EDF6CF7EF55}" type="sibTrans" cxnId="{0C304AC8-53FA-41B4-9A9B-92F9B3D80D8F}">
      <dgm:prSet/>
      <dgm:spPr/>
      <dgm:t>
        <a:bodyPr/>
        <a:lstStyle/>
        <a:p>
          <a:endParaRPr lang="en-US"/>
        </a:p>
      </dgm:t>
    </dgm:pt>
    <dgm:pt modelId="{383568AB-B174-4C3B-8A0C-43465153310B}">
      <dgm:prSet/>
      <dgm:spPr/>
      <dgm:t>
        <a:bodyPr/>
        <a:lstStyle/>
        <a:p>
          <a:r>
            <a:rPr lang="en-US"/>
            <a:t>This project demonstrates how a machine learning model predicts salary using years of experience.</a:t>
          </a:r>
        </a:p>
      </dgm:t>
    </dgm:pt>
    <dgm:pt modelId="{6FBB16C5-9311-411E-927E-114F41BE5922}" type="parTrans" cxnId="{16F86959-BBE5-4783-A40E-E2063918334B}">
      <dgm:prSet/>
      <dgm:spPr/>
      <dgm:t>
        <a:bodyPr/>
        <a:lstStyle/>
        <a:p>
          <a:endParaRPr lang="en-US"/>
        </a:p>
      </dgm:t>
    </dgm:pt>
    <dgm:pt modelId="{7ED6AB7B-BDB5-4535-ADD0-F38FD3C64817}" type="sibTrans" cxnId="{16F86959-BBE5-4783-A40E-E2063918334B}">
      <dgm:prSet/>
      <dgm:spPr/>
      <dgm:t>
        <a:bodyPr/>
        <a:lstStyle/>
        <a:p>
          <a:endParaRPr lang="en-US"/>
        </a:p>
      </dgm:t>
    </dgm:pt>
    <dgm:pt modelId="{F97AE47A-D094-4CCC-BB5C-00EF92E2D209}" type="pres">
      <dgm:prSet presAssocID="{A0F82710-67F1-4FBF-A446-81EFC790B23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5BAFC7-9968-4D28-AE5F-4B6EB3B39D96}" type="pres">
      <dgm:prSet presAssocID="{B508F6EA-3538-422B-B8CB-430FB1F762F1}" presName="hierRoot1" presStyleCnt="0"/>
      <dgm:spPr/>
    </dgm:pt>
    <dgm:pt modelId="{0470793D-7FDD-43FB-975C-8137E1A70076}" type="pres">
      <dgm:prSet presAssocID="{B508F6EA-3538-422B-B8CB-430FB1F762F1}" presName="composite" presStyleCnt="0"/>
      <dgm:spPr/>
    </dgm:pt>
    <dgm:pt modelId="{E879C2DF-C130-44AB-AB9A-5BA250EFAD5A}" type="pres">
      <dgm:prSet presAssocID="{B508F6EA-3538-422B-B8CB-430FB1F762F1}" presName="background" presStyleLbl="node0" presStyleIdx="0" presStyleCnt="3"/>
      <dgm:spPr/>
    </dgm:pt>
    <dgm:pt modelId="{CADAD7EA-5CDC-45AB-AA0D-41CCBC1AFE16}" type="pres">
      <dgm:prSet presAssocID="{B508F6EA-3538-422B-B8CB-430FB1F762F1}" presName="text" presStyleLbl="fgAcc0" presStyleIdx="0" presStyleCnt="3">
        <dgm:presLayoutVars>
          <dgm:chPref val="3"/>
        </dgm:presLayoutVars>
      </dgm:prSet>
      <dgm:spPr/>
    </dgm:pt>
    <dgm:pt modelId="{6BCC73DC-BC86-4B53-B942-DEF40F59A069}" type="pres">
      <dgm:prSet presAssocID="{B508F6EA-3538-422B-B8CB-430FB1F762F1}" presName="hierChild2" presStyleCnt="0"/>
      <dgm:spPr/>
    </dgm:pt>
    <dgm:pt modelId="{FDBE0581-9D2D-4A78-BF0C-E202D7706487}" type="pres">
      <dgm:prSet presAssocID="{93A96B41-AA88-41B5-9CEB-722707B34E70}" presName="hierRoot1" presStyleCnt="0"/>
      <dgm:spPr/>
    </dgm:pt>
    <dgm:pt modelId="{6C8FD86B-5F91-4975-96A4-8B9A09B944BB}" type="pres">
      <dgm:prSet presAssocID="{93A96B41-AA88-41B5-9CEB-722707B34E70}" presName="composite" presStyleCnt="0"/>
      <dgm:spPr/>
    </dgm:pt>
    <dgm:pt modelId="{33F4FB3C-CBEC-4CAA-8313-30993D2FB07E}" type="pres">
      <dgm:prSet presAssocID="{93A96B41-AA88-41B5-9CEB-722707B34E70}" presName="background" presStyleLbl="node0" presStyleIdx="1" presStyleCnt="3"/>
      <dgm:spPr/>
    </dgm:pt>
    <dgm:pt modelId="{9EEC0132-75D0-4B75-91B8-96059EB04BE8}" type="pres">
      <dgm:prSet presAssocID="{93A96B41-AA88-41B5-9CEB-722707B34E70}" presName="text" presStyleLbl="fgAcc0" presStyleIdx="1" presStyleCnt="3">
        <dgm:presLayoutVars>
          <dgm:chPref val="3"/>
        </dgm:presLayoutVars>
      </dgm:prSet>
      <dgm:spPr/>
    </dgm:pt>
    <dgm:pt modelId="{34848755-008C-4B11-B663-097EBB5A118D}" type="pres">
      <dgm:prSet presAssocID="{93A96B41-AA88-41B5-9CEB-722707B34E70}" presName="hierChild2" presStyleCnt="0"/>
      <dgm:spPr/>
    </dgm:pt>
    <dgm:pt modelId="{F25899F5-7395-458C-9C20-F22695A635A0}" type="pres">
      <dgm:prSet presAssocID="{383568AB-B174-4C3B-8A0C-43465153310B}" presName="hierRoot1" presStyleCnt="0"/>
      <dgm:spPr/>
    </dgm:pt>
    <dgm:pt modelId="{6F17B6DA-A142-4AC2-A4AB-8EF598A2AAA6}" type="pres">
      <dgm:prSet presAssocID="{383568AB-B174-4C3B-8A0C-43465153310B}" presName="composite" presStyleCnt="0"/>
      <dgm:spPr/>
    </dgm:pt>
    <dgm:pt modelId="{C10410F2-8567-4F57-9303-4C6952AF2322}" type="pres">
      <dgm:prSet presAssocID="{383568AB-B174-4C3B-8A0C-43465153310B}" presName="background" presStyleLbl="node0" presStyleIdx="2" presStyleCnt="3"/>
      <dgm:spPr/>
    </dgm:pt>
    <dgm:pt modelId="{1FA1ED7A-3857-46AF-AC8D-FE0E6FC00565}" type="pres">
      <dgm:prSet presAssocID="{383568AB-B174-4C3B-8A0C-43465153310B}" presName="text" presStyleLbl="fgAcc0" presStyleIdx="2" presStyleCnt="3">
        <dgm:presLayoutVars>
          <dgm:chPref val="3"/>
        </dgm:presLayoutVars>
      </dgm:prSet>
      <dgm:spPr/>
    </dgm:pt>
    <dgm:pt modelId="{CC109D9B-80BD-4761-9DFF-B3D718D228FC}" type="pres">
      <dgm:prSet presAssocID="{383568AB-B174-4C3B-8A0C-43465153310B}" presName="hierChild2" presStyleCnt="0"/>
      <dgm:spPr/>
    </dgm:pt>
  </dgm:ptLst>
  <dgm:cxnLst>
    <dgm:cxn modelId="{3373C55B-F11A-4B01-85CC-117ADD52FE4D}" type="presOf" srcId="{383568AB-B174-4C3B-8A0C-43465153310B}" destId="{1FA1ED7A-3857-46AF-AC8D-FE0E6FC00565}" srcOrd="0" destOrd="0" presId="urn:microsoft.com/office/officeart/2005/8/layout/hierarchy1"/>
    <dgm:cxn modelId="{16F86959-BBE5-4783-A40E-E2063918334B}" srcId="{A0F82710-67F1-4FBF-A446-81EFC790B230}" destId="{383568AB-B174-4C3B-8A0C-43465153310B}" srcOrd="2" destOrd="0" parTransId="{6FBB16C5-9311-411E-927E-114F41BE5922}" sibTransId="{7ED6AB7B-BDB5-4535-ADD0-F38FD3C64817}"/>
    <dgm:cxn modelId="{B0788391-B3E1-4453-A00B-2BA601C69635}" type="presOf" srcId="{A0F82710-67F1-4FBF-A446-81EFC790B230}" destId="{F97AE47A-D094-4CCC-BB5C-00EF92E2D209}" srcOrd="0" destOrd="0" presId="urn:microsoft.com/office/officeart/2005/8/layout/hierarchy1"/>
    <dgm:cxn modelId="{D9A8FA96-1029-4F88-B492-E6F5A680EB5F}" srcId="{A0F82710-67F1-4FBF-A446-81EFC790B230}" destId="{B508F6EA-3538-422B-B8CB-430FB1F762F1}" srcOrd="0" destOrd="0" parTransId="{10247BB3-C4DF-4AA1-AECD-A291BD086778}" sibTransId="{F5101552-54CB-4E91-B25C-D964CC503724}"/>
    <dgm:cxn modelId="{72D934B7-3FFA-43E9-84F2-F13341DDB66B}" type="presOf" srcId="{93A96B41-AA88-41B5-9CEB-722707B34E70}" destId="{9EEC0132-75D0-4B75-91B8-96059EB04BE8}" srcOrd="0" destOrd="0" presId="urn:microsoft.com/office/officeart/2005/8/layout/hierarchy1"/>
    <dgm:cxn modelId="{0C304AC8-53FA-41B4-9A9B-92F9B3D80D8F}" srcId="{A0F82710-67F1-4FBF-A446-81EFC790B230}" destId="{93A96B41-AA88-41B5-9CEB-722707B34E70}" srcOrd="1" destOrd="0" parTransId="{F8BD0A15-6995-41BD-BF9D-00B048DD88B4}" sibTransId="{59F52B74-1D4F-42EE-AB9E-7EDF6CF7EF55}"/>
    <dgm:cxn modelId="{4A4CF0CC-3954-4360-B2A6-6996D7007869}" type="presOf" srcId="{B508F6EA-3538-422B-B8CB-430FB1F762F1}" destId="{CADAD7EA-5CDC-45AB-AA0D-41CCBC1AFE16}" srcOrd="0" destOrd="0" presId="urn:microsoft.com/office/officeart/2005/8/layout/hierarchy1"/>
    <dgm:cxn modelId="{2EDC6489-ED93-47B2-83CB-41E6D945D7B7}" type="presParOf" srcId="{F97AE47A-D094-4CCC-BB5C-00EF92E2D209}" destId="{BE5BAFC7-9968-4D28-AE5F-4B6EB3B39D96}" srcOrd="0" destOrd="0" presId="urn:microsoft.com/office/officeart/2005/8/layout/hierarchy1"/>
    <dgm:cxn modelId="{6C418E43-507A-497E-A632-DA33B65AF8D1}" type="presParOf" srcId="{BE5BAFC7-9968-4D28-AE5F-4B6EB3B39D96}" destId="{0470793D-7FDD-43FB-975C-8137E1A70076}" srcOrd="0" destOrd="0" presId="urn:microsoft.com/office/officeart/2005/8/layout/hierarchy1"/>
    <dgm:cxn modelId="{81326DFA-2BB8-4444-9701-5CE3261121AC}" type="presParOf" srcId="{0470793D-7FDD-43FB-975C-8137E1A70076}" destId="{E879C2DF-C130-44AB-AB9A-5BA250EFAD5A}" srcOrd="0" destOrd="0" presId="urn:microsoft.com/office/officeart/2005/8/layout/hierarchy1"/>
    <dgm:cxn modelId="{77C843E8-D397-43D7-BA9E-8E92CA355F55}" type="presParOf" srcId="{0470793D-7FDD-43FB-975C-8137E1A70076}" destId="{CADAD7EA-5CDC-45AB-AA0D-41CCBC1AFE16}" srcOrd="1" destOrd="0" presId="urn:microsoft.com/office/officeart/2005/8/layout/hierarchy1"/>
    <dgm:cxn modelId="{7B708E11-2327-4249-82AC-E9FCFC35BB7E}" type="presParOf" srcId="{BE5BAFC7-9968-4D28-AE5F-4B6EB3B39D96}" destId="{6BCC73DC-BC86-4B53-B942-DEF40F59A069}" srcOrd="1" destOrd="0" presId="urn:microsoft.com/office/officeart/2005/8/layout/hierarchy1"/>
    <dgm:cxn modelId="{C96FC5D0-B135-460D-BB8C-E615DF4485E2}" type="presParOf" srcId="{F97AE47A-D094-4CCC-BB5C-00EF92E2D209}" destId="{FDBE0581-9D2D-4A78-BF0C-E202D7706487}" srcOrd="1" destOrd="0" presId="urn:microsoft.com/office/officeart/2005/8/layout/hierarchy1"/>
    <dgm:cxn modelId="{2B3DA4C0-6845-4553-8CA5-94F0788FD932}" type="presParOf" srcId="{FDBE0581-9D2D-4A78-BF0C-E202D7706487}" destId="{6C8FD86B-5F91-4975-96A4-8B9A09B944BB}" srcOrd="0" destOrd="0" presId="urn:microsoft.com/office/officeart/2005/8/layout/hierarchy1"/>
    <dgm:cxn modelId="{4CE98D8B-44E9-481F-AB0F-B79747623565}" type="presParOf" srcId="{6C8FD86B-5F91-4975-96A4-8B9A09B944BB}" destId="{33F4FB3C-CBEC-4CAA-8313-30993D2FB07E}" srcOrd="0" destOrd="0" presId="urn:microsoft.com/office/officeart/2005/8/layout/hierarchy1"/>
    <dgm:cxn modelId="{A4166FAC-45D5-4C87-B553-79AD39054280}" type="presParOf" srcId="{6C8FD86B-5F91-4975-96A4-8B9A09B944BB}" destId="{9EEC0132-75D0-4B75-91B8-96059EB04BE8}" srcOrd="1" destOrd="0" presId="urn:microsoft.com/office/officeart/2005/8/layout/hierarchy1"/>
    <dgm:cxn modelId="{2BCBE56D-6198-4596-9DF4-D3DC9E3D806D}" type="presParOf" srcId="{FDBE0581-9D2D-4A78-BF0C-E202D7706487}" destId="{34848755-008C-4B11-B663-097EBB5A118D}" srcOrd="1" destOrd="0" presId="urn:microsoft.com/office/officeart/2005/8/layout/hierarchy1"/>
    <dgm:cxn modelId="{5E2A4F6A-875A-4040-8F86-EFCD974E9422}" type="presParOf" srcId="{F97AE47A-D094-4CCC-BB5C-00EF92E2D209}" destId="{F25899F5-7395-458C-9C20-F22695A635A0}" srcOrd="2" destOrd="0" presId="urn:microsoft.com/office/officeart/2005/8/layout/hierarchy1"/>
    <dgm:cxn modelId="{013F05AD-5403-4B1E-8214-AC8084A5943F}" type="presParOf" srcId="{F25899F5-7395-458C-9C20-F22695A635A0}" destId="{6F17B6DA-A142-4AC2-A4AB-8EF598A2AAA6}" srcOrd="0" destOrd="0" presId="urn:microsoft.com/office/officeart/2005/8/layout/hierarchy1"/>
    <dgm:cxn modelId="{8FF6FB01-4779-4131-8E66-A1E54C84C51A}" type="presParOf" srcId="{6F17B6DA-A142-4AC2-A4AB-8EF598A2AAA6}" destId="{C10410F2-8567-4F57-9303-4C6952AF2322}" srcOrd="0" destOrd="0" presId="urn:microsoft.com/office/officeart/2005/8/layout/hierarchy1"/>
    <dgm:cxn modelId="{4EF8CE4B-A37A-45DA-94A8-EC05075E0692}" type="presParOf" srcId="{6F17B6DA-A142-4AC2-A4AB-8EF598A2AAA6}" destId="{1FA1ED7A-3857-46AF-AC8D-FE0E6FC00565}" srcOrd="1" destOrd="0" presId="urn:microsoft.com/office/officeart/2005/8/layout/hierarchy1"/>
    <dgm:cxn modelId="{A11B58B5-3FA2-4B4F-AB8D-86A196BE6287}" type="presParOf" srcId="{F25899F5-7395-458C-9C20-F22695A635A0}" destId="{CC109D9B-80BD-4761-9DFF-B3D718D228F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A46089-DE9F-4E2A-B37A-807814A9F31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DCEB5806-5927-4A70-BD5A-7D86711A94B7}">
      <dgm:prSet/>
      <dgm:spPr/>
      <dgm:t>
        <a:bodyPr/>
        <a:lstStyle/>
        <a:p>
          <a:r>
            <a:rPr lang="en-US"/>
            <a:t>NumPy, Pandas, and Matplotlib are used for numerical operations, data handling, and visualization.</a:t>
          </a:r>
        </a:p>
      </dgm:t>
    </dgm:pt>
    <dgm:pt modelId="{078CC8ED-03E1-4D0F-9E82-846316DFC4E0}" type="parTrans" cxnId="{007B9A27-C5CB-4C1E-8A96-A376FF2F67BC}">
      <dgm:prSet/>
      <dgm:spPr/>
      <dgm:t>
        <a:bodyPr/>
        <a:lstStyle/>
        <a:p>
          <a:endParaRPr lang="en-US"/>
        </a:p>
      </dgm:t>
    </dgm:pt>
    <dgm:pt modelId="{6988B04C-427A-4276-98B7-AB6E416D0E85}" type="sibTrans" cxnId="{007B9A27-C5CB-4C1E-8A96-A376FF2F67BC}">
      <dgm:prSet/>
      <dgm:spPr/>
      <dgm:t>
        <a:bodyPr/>
        <a:lstStyle/>
        <a:p>
          <a:endParaRPr lang="en-US"/>
        </a:p>
      </dgm:t>
    </dgm:pt>
    <dgm:pt modelId="{570A1FFA-037D-485A-A3A9-10FEF8D6B699}">
      <dgm:prSet/>
      <dgm:spPr/>
      <dgm:t>
        <a:bodyPr/>
        <a:lstStyle/>
        <a:p>
          <a:r>
            <a:rPr lang="en-US"/>
            <a:t>scikit-learn is used for splitting data and training the model.</a:t>
          </a:r>
        </a:p>
      </dgm:t>
    </dgm:pt>
    <dgm:pt modelId="{FC2B9C8C-1987-4B87-9FA8-1122F98610AD}" type="parTrans" cxnId="{E606E99B-27E6-4B30-BD47-347D8F23A723}">
      <dgm:prSet/>
      <dgm:spPr/>
      <dgm:t>
        <a:bodyPr/>
        <a:lstStyle/>
        <a:p>
          <a:endParaRPr lang="en-US"/>
        </a:p>
      </dgm:t>
    </dgm:pt>
    <dgm:pt modelId="{413D739D-9B10-4588-98AA-4D4256EED467}" type="sibTrans" cxnId="{E606E99B-27E6-4B30-BD47-347D8F23A723}">
      <dgm:prSet/>
      <dgm:spPr/>
      <dgm:t>
        <a:bodyPr/>
        <a:lstStyle/>
        <a:p>
          <a:endParaRPr lang="en-US"/>
        </a:p>
      </dgm:t>
    </dgm:pt>
    <dgm:pt modelId="{82161111-0436-4EE5-AF68-7754E58A378D}" type="pres">
      <dgm:prSet presAssocID="{87A46089-DE9F-4E2A-B37A-807814A9F31B}" presName="Name0" presStyleCnt="0">
        <dgm:presLayoutVars>
          <dgm:dir/>
          <dgm:resizeHandles val="exact"/>
        </dgm:presLayoutVars>
      </dgm:prSet>
      <dgm:spPr/>
    </dgm:pt>
    <dgm:pt modelId="{E5BEAF63-48B7-4350-8CDD-7B36E2688747}" type="pres">
      <dgm:prSet presAssocID="{DCEB5806-5927-4A70-BD5A-7D86711A94B7}" presName="node" presStyleLbl="node1" presStyleIdx="0" presStyleCnt="2">
        <dgm:presLayoutVars>
          <dgm:bulletEnabled val="1"/>
        </dgm:presLayoutVars>
      </dgm:prSet>
      <dgm:spPr/>
    </dgm:pt>
    <dgm:pt modelId="{5DC76247-4C88-4406-B4E4-FA49DE0CC999}" type="pres">
      <dgm:prSet presAssocID="{6988B04C-427A-4276-98B7-AB6E416D0E85}" presName="sibTrans" presStyleLbl="sibTrans1D1" presStyleIdx="0" presStyleCnt="1"/>
      <dgm:spPr/>
    </dgm:pt>
    <dgm:pt modelId="{2F3FCC0E-55FF-4413-813F-397BCB123753}" type="pres">
      <dgm:prSet presAssocID="{6988B04C-427A-4276-98B7-AB6E416D0E85}" presName="connectorText" presStyleLbl="sibTrans1D1" presStyleIdx="0" presStyleCnt="1"/>
      <dgm:spPr/>
    </dgm:pt>
    <dgm:pt modelId="{437B7C07-541C-4EA1-B026-E590724F3FA3}" type="pres">
      <dgm:prSet presAssocID="{570A1FFA-037D-485A-A3A9-10FEF8D6B699}" presName="node" presStyleLbl="node1" presStyleIdx="1" presStyleCnt="2">
        <dgm:presLayoutVars>
          <dgm:bulletEnabled val="1"/>
        </dgm:presLayoutVars>
      </dgm:prSet>
      <dgm:spPr/>
    </dgm:pt>
  </dgm:ptLst>
  <dgm:cxnLst>
    <dgm:cxn modelId="{7C608F17-CDA3-4995-96FD-0921217BCAE3}" type="presOf" srcId="{DCEB5806-5927-4A70-BD5A-7D86711A94B7}" destId="{E5BEAF63-48B7-4350-8CDD-7B36E2688747}" srcOrd="0" destOrd="0" presId="urn:microsoft.com/office/officeart/2016/7/layout/RepeatingBendingProcessNew"/>
    <dgm:cxn modelId="{007B9A27-C5CB-4C1E-8A96-A376FF2F67BC}" srcId="{87A46089-DE9F-4E2A-B37A-807814A9F31B}" destId="{DCEB5806-5927-4A70-BD5A-7D86711A94B7}" srcOrd="0" destOrd="0" parTransId="{078CC8ED-03E1-4D0F-9E82-846316DFC4E0}" sibTransId="{6988B04C-427A-4276-98B7-AB6E416D0E85}"/>
    <dgm:cxn modelId="{A338D48E-65FD-4711-A621-0F8CD0DD9D42}" type="presOf" srcId="{87A46089-DE9F-4E2A-B37A-807814A9F31B}" destId="{82161111-0436-4EE5-AF68-7754E58A378D}" srcOrd="0" destOrd="0" presId="urn:microsoft.com/office/officeart/2016/7/layout/RepeatingBendingProcessNew"/>
    <dgm:cxn modelId="{E606E99B-27E6-4B30-BD47-347D8F23A723}" srcId="{87A46089-DE9F-4E2A-B37A-807814A9F31B}" destId="{570A1FFA-037D-485A-A3A9-10FEF8D6B699}" srcOrd="1" destOrd="0" parTransId="{FC2B9C8C-1987-4B87-9FA8-1122F98610AD}" sibTransId="{413D739D-9B10-4588-98AA-4D4256EED467}"/>
    <dgm:cxn modelId="{8FCAC6E6-BC5D-4E98-B239-15526CE43214}" type="presOf" srcId="{570A1FFA-037D-485A-A3A9-10FEF8D6B699}" destId="{437B7C07-541C-4EA1-B026-E590724F3FA3}" srcOrd="0" destOrd="0" presId="urn:microsoft.com/office/officeart/2016/7/layout/RepeatingBendingProcessNew"/>
    <dgm:cxn modelId="{5AD38FF3-DEBC-4CE9-8227-9BEB86EDF396}" type="presOf" srcId="{6988B04C-427A-4276-98B7-AB6E416D0E85}" destId="{5DC76247-4C88-4406-B4E4-FA49DE0CC999}" srcOrd="0" destOrd="0" presId="urn:microsoft.com/office/officeart/2016/7/layout/RepeatingBendingProcessNew"/>
    <dgm:cxn modelId="{9B2BC5F4-51D3-4E3E-8C3B-5669A6F4C168}" type="presOf" srcId="{6988B04C-427A-4276-98B7-AB6E416D0E85}" destId="{2F3FCC0E-55FF-4413-813F-397BCB123753}" srcOrd="1" destOrd="0" presId="urn:microsoft.com/office/officeart/2016/7/layout/RepeatingBendingProcessNew"/>
    <dgm:cxn modelId="{53F54D76-6EEC-4762-9EC5-DE2E890B6AEE}" type="presParOf" srcId="{82161111-0436-4EE5-AF68-7754E58A378D}" destId="{E5BEAF63-48B7-4350-8CDD-7B36E2688747}" srcOrd="0" destOrd="0" presId="urn:microsoft.com/office/officeart/2016/7/layout/RepeatingBendingProcessNew"/>
    <dgm:cxn modelId="{2FD6D2EC-608A-4D30-B66E-29BDE697FD92}" type="presParOf" srcId="{82161111-0436-4EE5-AF68-7754E58A378D}" destId="{5DC76247-4C88-4406-B4E4-FA49DE0CC999}" srcOrd="1" destOrd="0" presId="urn:microsoft.com/office/officeart/2016/7/layout/RepeatingBendingProcessNew"/>
    <dgm:cxn modelId="{31F0DA81-4B8F-4E48-B210-2C23B17C5350}" type="presParOf" srcId="{5DC76247-4C88-4406-B4E4-FA49DE0CC999}" destId="{2F3FCC0E-55FF-4413-813F-397BCB123753}" srcOrd="0" destOrd="0" presId="urn:microsoft.com/office/officeart/2016/7/layout/RepeatingBendingProcessNew"/>
    <dgm:cxn modelId="{BEBB897E-D973-48F9-806D-556DE44C6353}" type="presParOf" srcId="{82161111-0436-4EE5-AF68-7754E58A378D}" destId="{437B7C07-541C-4EA1-B026-E590724F3FA3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294DB6-C1D3-4D2F-94EE-CAEF107E6E2F}" type="doc">
      <dgm:prSet loTypeId="urn:microsoft.com/office/officeart/2005/8/layout/hierarchy1" loCatId="hierarchy" qsTypeId="urn:microsoft.com/office/officeart/2005/8/quickstyle/simple5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AB841D7-2F15-4E46-8B68-ECC83AD2FA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CSV file containing Years of Experience and Salary is loaded using Pandas.</a:t>
          </a:r>
        </a:p>
      </dgm:t>
    </dgm:pt>
    <dgm:pt modelId="{B49451C3-1E4D-4DCB-AE6B-35F88EA9414E}" type="parTrans" cxnId="{91E7DDBE-952A-4DE3-951E-5E13721A57AD}">
      <dgm:prSet/>
      <dgm:spPr/>
      <dgm:t>
        <a:bodyPr/>
        <a:lstStyle/>
        <a:p>
          <a:endParaRPr lang="en-US"/>
        </a:p>
      </dgm:t>
    </dgm:pt>
    <dgm:pt modelId="{2E5F19ED-06C6-4900-B01E-8E15E1C08410}" type="sibTrans" cxnId="{91E7DDBE-952A-4DE3-951E-5E13721A57AD}">
      <dgm:prSet/>
      <dgm:spPr/>
      <dgm:t>
        <a:bodyPr/>
        <a:lstStyle/>
        <a:p>
          <a:endParaRPr lang="en-US"/>
        </a:p>
      </dgm:t>
    </dgm:pt>
    <dgm:pt modelId="{0B47AB86-39A3-4320-BE7A-3B5B81879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allows us to work with structured tabular data.</a:t>
          </a:r>
        </a:p>
      </dgm:t>
    </dgm:pt>
    <dgm:pt modelId="{970815C7-6A43-4A8C-83AA-F91BE7ED01AB}" type="parTrans" cxnId="{4E615B9C-28D8-46FF-B224-D49F84663F21}">
      <dgm:prSet/>
      <dgm:spPr/>
      <dgm:t>
        <a:bodyPr/>
        <a:lstStyle/>
        <a:p>
          <a:endParaRPr lang="en-US"/>
        </a:p>
      </dgm:t>
    </dgm:pt>
    <dgm:pt modelId="{673BE630-5D21-4321-B3EF-5B595F8547AB}" type="sibTrans" cxnId="{4E615B9C-28D8-46FF-B224-D49F84663F21}">
      <dgm:prSet/>
      <dgm:spPr/>
      <dgm:t>
        <a:bodyPr/>
        <a:lstStyle/>
        <a:p>
          <a:endParaRPr lang="en-US"/>
        </a:p>
      </dgm:t>
    </dgm:pt>
    <dgm:pt modelId="{462B50D2-AB6B-492D-95FB-22B70DC56606}" type="pres">
      <dgm:prSet presAssocID="{CE294DB6-C1D3-4D2F-94EE-CAEF107E6E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A8DC51C-E4D2-4E89-98DF-BC4C969DA563}" type="pres">
      <dgm:prSet presAssocID="{8AB841D7-2F15-4E46-8B68-ECC83AD2FA3D}" presName="hierRoot1" presStyleCnt="0"/>
      <dgm:spPr/>
    </dgm:pt>
    <dgm:pt modelId="{F9527D1F-9F29-41AD-B5AE-1409AD7F41A5}" type="pres">
      <dgm:prSet presAssocID="{8AB841D7-2F15-4E46-8B68-ECC83AD2FA3D}" presName="composite" presStyleCnt="0"/>
      <dgm:spPr/>
    </dgm:pt>
    <dgm:pt modelId="{6045FCB4-0883-486F-A2B8-F58F1B9BF36E}" type="pres">
      <dgm:prSet presAssocID="{8AB841D7-2F15-4E46-8B68-ECC83AD2FA3D}" presName="background" presStyleLbl="node0" presStyleIdx="0" presStyleCnt="2"/>
      <dgm:spPr/>
    </dgm:pt>
    <dgm:pt modelId="{A33B6A4B-231E-4727-854C-421172E69FE3}" type="pres">
      <dgm:prSet presAssocID="{8AB841D7-2F15-4E46-8B68-ECC83AD2FA3D}" presName="text" presStyleLbl="fgAcc0" presStyleIdx="0" presStyleCnt="2">
        <dgm:presLayoutVars>
          <dgm:chPref val="3"/>
        </dgm:presLayoutVars>
      </dgm:prSet>
      <dgm:spPr/>
    </dgm:pt>
    <dgm:pt modelId="{9E08678B-7321-42C4-9283-C678B537941C}" type="pres">
      <dgm:prSet presAssocID="{8AB841D7-2F15-4E46-8B68-ECC83AD2FA3D}" presName="hierChild2" presStyleCnt="0"/>
      <dgm:spPr/>
    </dgm:pt>
    <dgm:pt modelId="{C7AB8E2D-09B8-46B8-93BC-EAC4346FFCCF}" type="pres">
      <dgm:prSet presAssocID="{0B47AB86-39A3-4320-BE7A-3B5B81879725}" presName="hierRoot1" presStyleCnt="0"/>
      <dgm:spPr/>
    </dgm:pt>
    <dgm:pt modelId="{8009C52F-A44C-4B28-8B26-30673D54ACA0}" type="pres">
      <dgm:prSet presAssocID="{0B47AB86-39A3-4320-BE7A-3B5B81879725}" presName="composite" presStyleCnt="0"/>
      <dgm:spPr/>
    </dgm:pt>
    <dgm:pt modelId="{5FB5F695-5B19-4C45-ACD4-F74D383EC7A2}" type="pres">
      <dgm:prSet presAssocID="{0B47AB86-39A3-4320-BE7A-3B5B81879725}" presName="background" presStyleLbl="node0" presStyleIdx="1" presStyleCnt="2"/>
      <dgm:spPr/>
    </dgm:pt>
    <dgm:pt modelId="{B4B08D3E-ED7C-4ACA-A42E-2351FE5E6086}" type="pres">
      <dgm:prSet presAssocID="{0B47AB86-39A3-4320-BE7A-3B5B81879725}" presName="text" presStyleLbl="fgAcc0" presStyleIdx="1" presStyleCnt="2">
        <dgm:presLayoutVars>
          <dgm:chPref val="3"/>
        </dgm:presLayoutVars>
      </dgm:prSet>
      <dgm:spPr/>
    </dgm:pt>
    <dgm:pt modelId="{4ED3CC6A-5B91-44DE-A9FC-39239984973E}" type="pres">
      <dgm:prSet presAssocID="{0B47AB86-39A3-4320-BE7A-3B5B81879725}" presName="hierChild2" presStyleCnt="0"/>
      <dgm:spPr/>
    </dgm:pt>
  </dgm:ptLst>
  <dgm:cxnLst>
    <dgm:cxn modelId="{D299D887-9E8B-4EC6-8182-2FF59E275F6E}" type="presOf" srcId="{CE294DB6-C1D3-4D2F-94EE-CAEF107E6E2F}" destId="{462B50D2-AB6B-492D-95FB-22B70DC56606}" srcOrd="0" destOrd="0" presId="urn:microsoft.com/office/officeart/2005/8/layout/hierarchy1"/>
    <dgm:cxn modelId="{AB0CB58B-B282-4469-B232-16287D14AE9D}" type="presOf" srcId="{0B47AB86-39A3-4320-BE7A-3B5B81879725}" destId="{B4B08D3E-ED7C-4ACA-A42E-2351FE5E6086}" srcOrd="0" destOrd="0" presId="urn:microsoft.com/office/officeart/2005/8/layout/hierarchy1"/>
    <dgm:cxn modelId="{4E615B9C-28D8-46FF-B224-D49F84663F21}" srcId="{CE294DB6-C1D3-4D2F-94EE-CAEF107E6E2F}" destId="{0B47AB86-39A3-4320-BE7A-3B5B81879725}" srcOrd="1" destOrd="0" parTransId="{970815C7-6A43-4A8C-83AA-F91BE7ED01AB}" sibTransId="{673BE630-5D21-4321-B3EF-5B595F8547AB}"/>
    <dgm:cxn modelId="{91E7DDBE-952A-4DE3-951E-5E13721A57AD}" srcId="{CE294DB6-C1D3-4D2F-94EE-CAEF107E6E2F}" destId="{8AB841D7-2F15-4E46-8B68-ECC83AD2FA3D}" srcOrd="0" destOrd="0" parTransId="{B49451C3-1E4D-4DCB-AE6B-35F88EA9414E}" sibTransId="{2E5F19ED-06C6-4900-B01E-8E15E1C08410}"/>
    <dgm:cxn modelId="{15D76AEE-F685-4EDD-9B1A-9D9842AC9F30}" type="presOf" srcId="{8AB841D7-2F15-4E46-8B68-ECC83AD2FA3D}" destId="{A33B6A4B-231E-4727-854C-421172E69FE3}" srcOrd="0" destOrd="0" presId="urn:microsoft.com/office/officeart/2005/8/layout/hierarchy1"/>
    <dgm:cxn modelId="{3AFD43EE-D995-40AA-B055-E41C9959AD46}" type="presParOf" srcId="{462B50D2-AB6B-492D-95FB-22B70DC56606}" destId="{DA8DC51C-E4D2-4E89-98DF-BC4C969DA563}" srcOrd="0" destOrd="0" presId="urn:microsoft.com/office/officeart/2005/8/layout/hierarchy1"/>
    <dgm:cxn modelId="{5AB03B21-8C01-4978-90F7-07BF0B0E9D8E}" type="presParOf" srcId="{DA8DC51C-E4D2-4E89-98DF-BC4C969DA563}" destId="{F9527D1F-9F29-41AD-B5AE-1409AD7F41A5}" srcOrd="0" destOrd="0" presId="urn:microsoft.com/office/officeart/2005/8/layout/hierarchy1"/>
    <dgm:cxn modelId="{52549C86-F070-4954-B3EA-082F9F4AB738}" type="presParOf" srcId="{F9527D1F-9F29-41AD-B5AE-1409AD7F41A5}" destId="{6045FCB4-0883-486F-A2B8-F58F1B9BF36E}" srcOrd="0" destOrd="0" presId="urn:microsoft.com/office/officeart/2005/8/layout/hierarchy1"/>
    <dgm:cxn modelId="{FFE3DE82-82BF-45F1-896C-791897AECAF5}" type="presParOf" srcId="{F9527D1F-9F29-41AD-B5AE-1409AD7F41A5}" destId="{A33B6A4B-231E-4727-854C-421172E69FE3}" srcOrd="1" destOrd="0" presId="urn:microsoft.com/office/officeart/2005/8/layout/hierarchy1"/>
    <dgm:cxn modelId="{3C9D6417-CB1D-400D-902C-C0EC7978EF14}" type="presParOf" srcId="{DA8DC51C-E4D2-4E89-98DF-BC4C969DA563}" destId="{9E08678B-7321-42C4-9283-C678B537941C}" srcOrd="1" destOrd="0" presId="urn:microsoft.com/office/officeart/2005/8/layout/hierarchy1"/>
    <dgm:cxn modelId="{3AC93415-FD68-404E-8052-F3874AE5D812}" type="presParOf" srcId="{462B50D2-AB6B-492D-95FB-22B70DC56606}" destId="{C7AB8E2D-09B8-46B8-93BC-EAC4346FFCCF}" srcOrd="1" destOrd="0" presId="urn:microsoft.com/office/officeart/2005/8/layout/hierarchy1"/>
    <dgm:cxn modelId="{E1EA95D9-1B8E-4608-9EA1-AB8DA06ACAB5}" type="presParOf" srcId="{C7AB8E2D-09B8-46B8-93BC-EAC4346FFCCF}" destId="{8009C52F-A44C-4B28-8B26-30673D54ACA0}" srcOrd="0" destOrd="0" presId="urn:microsoft.com/office/officeart/2005/8/layout/hierarchy1"/>
    <dgm:cxn modelId="{319658F5-E304-47FC-858B-B7485803DFF9}" type="presParOf" srcId="{8009C52F-A44C-4B28-8B26-30673D54ACA0}" destId="{5FB5F695-5B19-4C45-ACD4-F74D383EC7A2}" srcOrd="0" destOrd="0" presId="urn:microsoft.com/office/officeart/2005/8/layout/hierarchy1"/>
    <dgm:cxn modelId="{21A9E9E8-166E-4E07-9C0D-8EA882BB84C9}" type="presParOf" srcId="{8009C52F-A44C-4B28-8B26-30673D54ACA0}" destId="{B4B08D3E-ED7C-4ACA-A42E-2351FE5E6086}" srcOrd="1" destOrd="0" presId="urn:microsoft.com/office/officeart/2005/8/layout/hierarchy1"/>
    <dgm:cxn modelId="{4EFBB5C7-F421-4A91-81B1-919E59071E6E}" type="presParOf" srcId="{C7AB8E2D-09B8-46B8-93BC-EAC4346FFCCF}" destId="{4ED3CC6A-5B91-44DE-A9FC-39239984973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B00FE7-54A2-41AC-88F9-ADB1D02A036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A5BF8EE-0107-4AE1-963E-866AAC7FDE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X (features): Years of Experience</a:t>
          </a:r>
        </a:p>
      </dgm:t>
    </dgm:pt>
    <dgm:pt modelId="{CE0EC234-C80E-4064-8176-51BD6BD1148B}" type="parTrans" cxnId="{399BA549-651F-4723-9981-451137D36284}">
      <dgm:prSet/>
      <dgm:spPr/>
      <dgm:t>
        <a:bodyPr/>
        <a:lstStyle/>
        <a:p>
          <a:endParaRPr lang="en-US"/>
        </a:p>
      </dgm:t>
    </dgm:pt>
    <dgm:pt modelId="{8F1158EA-5437-4EAF-AAE8-C2F2AB0A2BF8}" type="sibTrans" cxnId="{399BA549-651F-4723-9981-451137D36284}">
      <dgm:prSet/>
      <dgm:spPr/>
      <dgm:t>
        <a:bodyPr/>
        <a:lstStyle/>
        <a:p>
          <a:endParaRPr lang="en-US"/>
        </a:p>
      </dgm:t>
    </dgm:pt>
    <dgm:pt modelId="{2A0527C8-47E2-4A5C-8509-A08C94F019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Y (target): Salary</a:t>
          </a:r>
        </a:p>
      </dgm:t>
    </dgm:pt>
    <dgm:pt modelId="{2DB189C8-C7E9-4812-948A-5CC575441EA9}" type="parTrans" cxnId="{BFF63878-2989-49BD-BED5-696DF6544591}">
      <dgm:prSet/>
      <dgm:spPr/>
      <dgm:t>
        <a:bodyPr/>
        <a:lstStyle/>
        <a:p>
          <a:endParaRPr lang="en-US"/>
        </a:p>
      </dgm:t>
    </dgm:pt>
    <dgm:pt modelId="{A78D005F-A41B-413F-946B-6B9F28AD0F19}" type="sibTrans" cxnId="{BFF63878-2989-49BD-BED5-696DF6544591}">
      <dgm:prSet/>
      <dgm:spPr/>
      <dgm:t>
        <a:bodyPr/>
        <a:lstStyle/>
        <a:p>
          <a:endParaRPr lang="en-US"/>
        </a:p>
      </dgm:t>
    </dgm:pt>
    <dgm:pt modelId="{E31C33EA-6180-42EE-8846-648D5FB3756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separation is required for supervised learning.</a:t>
          </a:r>
        </a:p>
      </dgm:t>
    </dgm:pt>
    <dgm:pt modelId="{2F61E23E-7FCB-4FBE-8BEE-8D2599861C51}" type="parTrans" cxnId="{92DEF94D-4636-40F2-B238-E28FDD2DB427}">
      <dgm:prSet/>
      <dgm:spPr/>
      <dgm:t>
        <a:bodyPr/>
        <a:lstStyle/>
        <a:p>
          <a:endParaRPr lang="en-US"/>
        </a:p>
      </dgm:t>
    </dgm:pt>
    <dgm:pt modelId="{75FB386F-18D2-4BDF-AFC6-3EDDD84CF92D}" type="sibTrans" cxnId="{92DEF94D-4636-40F2-B238-E28FDD2DB427}">
      <dgm:prSet/>
      <dgm:spPr/>
      <dgm:t>
        <a:bodyPr/>
        <a:lstStyle/>
        <a:p>
          <a:endParaRPr lang="en-US"/>
        </a:p>
      </dgm:t>
    </dgm:pt>
    <dgm:pt modelId="{AC2020DC-E84F-46E2-AE81-ABCE42A2B426}" type="pres">
      <dgm:prSet presAssocID="{E3B00FE7-54A2-41AC-88F9-ADB1D02A0368}" presName="root" presStyleCnt="0">
        <dgm:presLayoutVars>
          <dgm:dir/>
          <dgm:resizeHandles val="exact"/>
        </dgm:presLayoutVars>
      </dgm:prSet>
      <dgm:spPr/>
    </dgm:pt>
    <dgm:pt modelId="{26B7B164-C8EA-4852-976D-4CD98C1C62B0}" type="pres">
      <dgm:prSet presAssocID="{5A5BF8EE-0107-4AE1-963E-866AAC7FDE41}" presName="compNode" presStyleCnt="0"/>
      <dgm:spPr/>
    </dgm:pt>
    <dgm:pt modelId="{BA4FA594-9F09-485A-A535-73468C2F023F}" type="pres">
      <dgm:prSet presAssocID="{5A5BF8EE-0107-4AE1-963E-866AAC7FDE41}" presName="iconBgRect" presStyleLbl="bgShp" presStyleIdx="0" presStyleCnt="3"/>
      <dgm:spPr/>
    </dgm:pt>
    <dgm:pt modelId="{2C3C5B10-B6A5-4EC1-8639-1476BD98F239}" type="pres">
      <dgm:prSet presAssocID="{5A5BF8EE-0107-4AE1-963E-866AAC7FDE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ng sleeve shirt"/>
        </a:ext>
      </dgm:extLst>
    </dgm:pt>
    <dgm:pt modelId="{97DB1A6F-C097-4C15-9720-3B76EC85DEE2}" type="pres">
      <dgm:prSet presAssocID="{5A5BF8EE-0107-4AE1-963E-866AAC7FDE41}" presName="spaceRect" presStyleCnt="0"/>
      <dgm:spPr/>
    </dgm:pt>
    <dgm:pt modelId="{B593C941-FEF0-45C7-BA7B-D743BBC32AA6}" type="pres">
      <dgm:prSet presAssocID="{5A5BF8EE-0107-4AE1-963E-866AAC7FDE41}" presName="textRect" presStyleLbl="revTx" presStyleIdx="0" presStyleCnt="3">
        <dgm:presLayoutVars>
          <dgm:chMax val="1"/>
          <dgm:chPref val="1"/>
        </dgm:presLayoutVars>
      </dgm:prSet>
      <dgm:spPr/>
    </dgm:pt>
    <dgm:pt modelId="{6ED29C66-0BFE-4BEC-A07E-293140B76AE3}" type="pres">
      <dgm:prSet presAssocID="{8F1158EA-5437-4EAF-AAE8-C2F2AB0A2BF8}" presName="sibTrans" presStyleCnt="0"/>
      <dgm:spPr/>
    </dgm:pt>
    <dgm:pt modelId="{2A20D078-57DE-4950-A369-C9695E207856}" type="pres">
      <dgm:prSet presAssocID="{2A0527C8-47E2-4A5C-8509-A08C94F0192F}" presName="compNode" presStyleCnt="0"/>
      <dgm:spPr/>
    </dgm:pt>
    <dgm:pt modelId="{EEF6051F-396D-4B0D-B01C-2AB2F92210F1}" type="pres">
      <dgm:prSet presAssocID="{2A0527C8-47E2-4A5C-8509-A08C94F0192F}" presName="iconBgRect" presStyleLbl="bgShp" presStyleIdx="1" presStyleCnt="3"/>
      <dgm:spPr/>
    </dgm:pt>
    <dgm:pt modelId="{66D8DC55-3A67-4A2A-9B6A-05DAA5C8CD3E}" type="pres">
      <dgm:prSet presAssocID="{2A0527C8-47E2-4A5C-8509-A08C94F019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A19D04F0-5FE2-4399-981B-0990153A8AAB}" type="pres">
      <dgm:prSet presAssocID="{2A0527C8-47E2-4A5C-8509-A08C94F0192F}" presName="spaceRect" presStyleCnt="0"/>
      <dgm:spPr/>
    </dgm:pt>
    <dgm:pt modelId="{041776E5-EA0D-431A-9F9D-5DAD4B9D4A41}" type="pres">
      <dgm:prSet presAssocID="{2A0527C8-47E2-4A5C-8509-A08C94F0192F}" presName="textRect" presStyleLbl="revTx" presStyleIdx="1" presStyleCnt="3">
        <dgm:presLayoutVars>
          <dgm:chMax val="1"/>
          <dgm:chPref val="1"/>
        </dgm:presLayoutVars>
      </dgm:prSet>
      <dgm:spPr/>
    </dgm:pt>
    <dgm:pt modelId="{8E7B36FC-635D-4327-8243-2EB766EA3058}" type="pres">
      <dgm:prSet presAssocID="{A78D005F-A41B-413F-946B-6B9F28AD0F19}" presName="sibTrans" presStyleCnt="0"/>
      <dgm:spPr/>
    </dgm:pt>
    <dgm:pt modelId="{6AE1CBC8-68F7-4732-9682-F31C26F190C0}" type="pres">
      <dgm:prSet presAssocID="{E31C33EA-6180-42EE-8846-648D5FB37560}" presName="compNode" presStyleCnt="0"/>
      <dgm:spPr/>
    </dgm:pt>
    <dgm:pt modelId="{E9FB19B3-0C03-4A7D-98B8-4B2BC9B99946}" type="pres">
      <dgm:prSet presAssocID="{E31C33EA-6180-42EE-8846-648D5FB37560}" presName="iconBgRect" presStyleLbl="bgShp" presStyleIdx="2" presStyleCnt="3"/>
      <dgm:spPr/>
    </dgm:pt>
    <dgm:pt modelId="{314861CD-AD28-4ECC-943E-B296B155DAAE}" type="pres">
      <dgm:prSet presAssocID="{E31C33EA-6180-42EE-8846-648D5FB375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C56F418-5B05-449D-A78A-BD75CF9852B5}" type="pres">
      <dgm:prSet presAssocID="{E31C33EA-6180-42EE-8846-648D5FB37560}" presName="spaceRect" presStyleCnt="0"/>
      <dgm:spPr/>
    </dgm:pt>
    <dgm:pt modelId="{9622E4A9-40F8-492C-8FB9-5577BB8C08D0}" type="pres">
      <dgm:prSet presAssocID="{E31C33EA-6180-42EE-8846-648D5FB375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688585D-1CD0-4FB2-8395-26E481ABB9A2}" type="presOf" srcId="{2A0527C8-47E2-4A5C-8509-A08C94F0192F}" destId="{041776E5-EA0D-431A-9F9D-5DAD4B9D4A41}" srcOrd="0" destOrd="0" presId="urn:microsoft.com/office/officeart/2018/5/layout/IconCircleLabelList"/>
    <dgm:cxn modelId="{399BA549-651F-4723-9981-451137D36284}" srcId="{E3B00FE7-54A2-41AC-88F9-ADB1D02A0368}" destId="{5A5BF8EE-0107-4AE1-963E-866AAC7FDE41}" srcOrd="0" destOrd="0" parTransId="{CE0EC234-C80E-4064-8176-51BD6BD1148B}" sibTransId="{8F1158EA-5437-4EAF-AAE8-C2F2AB0A2BF8}"/>
    <dgm:cxn modelId="{92DEF94D-4636-40F2-B238-E28FDD2DB427}" srcId="{E3B00FE7-54A2-41AC-88F9-ADB1D02A0368}" destId="{E31C33EA-6180-42EE-8846-648D5FB37560}" srcOrd="2" destOrd="0" parTransId="{2F61E23E-7FCB-4FBE-8BEE-8D2599861C51}" sibTransId="{75FB386F-18D2-4BDF-AFC6-3EDDD84CF92D}"/>
    <dgm:cxn modelId="{BFF63878-2989-49BD-BED5-696DF6544591}" srcId="{E3B00FE7-54A2-41AC-88F9-ADB1D02A0368}" destId="{2A0527C8-47E2-4A5C-8509-A08C94F0192F}" srcOrd="1" destOrd="0" parTransId="{2DB189C8-C7E9-4812-948A-5CC575441EA9}" sibTransId="{A78D005F-A41B-413F-946B-6B9F28AD0F19}"/>
    <dgm:cxn modelId="{E36873CC-F31B-43AA-9867-B694D76232B2}" type="presOf" srcId="{E31C33EA-6180-42EE-8846-648D5FB37560}" destId="{9622E4A9-40F8-492C-8FB9-5577BB8C08D0}" srcOrd="0" destOrd="0" presId="urn:microsoft.com/office/officeart/2018/5/layout/IconCircleLabelList"/>
    <dgm:cxn modelId="{9102A9D6-96FA-4DBC-A770-DD7E1F6DF22C}" type="presOf" srcId="{E3B00FE7-54A2-41AC-88F9-ADB1D02A0368}" destId="{AC2020DC-E84F-46E2-AE81-ABCE42A2B426}" srcOrd="0" destOrd="0" presId="urn:microsoft.com/office/officeart/2018/5/layout/IconCircleLabelList"/>
    <dgm:cxn modelId="{262C30E2-EA70-4A5B-B8CA-826170016B9B}" type="presOf" srcId="{5A5BF8EE-0107-4AE1-963E-866AAC7FDE41}" destId="{B593C941-FEF0-45C7-BA7B-D743BBC32AA6}" srcOrd="0" destOrd="0" presId="urn:microsoft.com/office/officeart/2018/5/layout/IconCircleLabelList"/>
    <dgm:cxn modelId="{3CFFBB22-5F9E-44A0-97A8-FBF738269C94}" type="presParOf" srcId="{AC2020DC-E84F-46E2-AE81-ABCE42A2B426}" destId="{26B7B164-C8EA-4852-976D-4CD98C1C62B0}" srcOrd="0" destOrd="0" presId="urn:microsoft.com/office/officeart/2018/5/layout/IconCircleLabelList"/>
    <dgm:cxn modelId="{9DE94A1C-76BB-4C09-9339-3AB60D32EEA8}" type="presParOf" srcId="{26B7B164-C8EA-4852-976D-4CD98C1C62B0}" destId="{BA4FA594-9F09-485A-A535-73468C2F023F}" srcOrd="0" destOrd="0" presId="urn:microsoft.com/office/officeart/2018/5/layout/IconCircleLabelList"/>
    <dgm:cxn modelId="{3ECE1572-5118-4E65-8BDB-6433A46F32D8}" type="presParOf" srcId="{26B7B164-C8EA-4852-976D-4CD98C1C62B0}" destId="{2C3C5B10-B6A5-4EC1-8639-1476BD98F239}" srcOrd="1" destOrd="0" presId="urn:microsoft.com/office/officeart/2018/5/layout/IconCircleLabelList"/>
    <dgm:cxn modelId="{C5C04740-615A-4FAE-934E-1348B3247D53}" type="presParOf" srcId="{26B7B164-C8EA-4852-976D-4CD98C1C62B0}" destId="{97DB1A6F-C097-4C15-9720-3B76EC85DEE2}" srcOrd="2" destOrd="0" presId="urn:microsoft.com/office/officeart/2018/5/layout/IconCircleLabelList"/>
    <dgm:cxn modelId="{441F52A4-B83B-439C-803F-694E8A0E2E11}" type="presParOf" srcId="{26B7B164-C8EA-4852-976D-4CD98C1C62B0}" destId="{B593C941-FEF0-45C7-BA7B-D743BBC32AA6}" srcOrd="3" destOrd="0" presId="urn:microsoft.com/office/officeart/2018/5/layout/IconCircleLabelList"/>
    <dgm:cxn modelId="{D0BFFE89-700D-4BC6-A513-0E78378EE45D}" type="presParOf" srcId="{AC2020DC-E84F-46E2-AE81-ABCE42A2B426}" destId="{6ED29C66-0BFE-4BEC-A07E-293140B76AE3}" srcOrd="1" destOrd="0" presId="urn:microsoft.com/office/officeart/2018/5/layout/IconCircleLabelList"/>
    <dgm:cxn modelId="{97BD2553-B785-4076-A338-BDE1005032A3}" type="presParOf" srcId="{AC2020DC-E84F-46E2-AE81-ABCE42A2B426}" destId="{2A20D078-57DE-4950-A369-C9695E207856}" srcOrd="2" destOrd="0" presId="urn:microsoft.com/office/officeart/2018/5/layout/IconCircleLabelList"/>
    <dgm:cxn modelId="{3D6C9382-9FEF-43DC-995A-3598C5262662}" type="presParOf" srcId="{2A20D078-57DE-4950-A369-C9695E207856}" destId="{EEF6051F-396D-4B0D-B01C-2AB2F92210F1}" srcOrd="0" destOrd="0" presId="urn:microsoft.com/office/officeart/2018/5/layout/IconCircleLabelList"/>
    <dgm:cxn modelId="{CFB8A399-BD31-43D8-BCA5-3C765B475614}" type="presParOf" srcId="{2A20D078-57DE-4950-A369-C9695E207856}" destId="{66D8DC55-3A67-4A2A-9B6A-05DAA5C8CD3E}" srcOrd="1" destOrd="0" presId="urn:microsoft.com/office/officeart/2018/5/layout/IconCircleLabelList"/>
    <dgm:cxn modelId="{5E2A321E-80B5-4FE0-8DA3-6C92B16BA2B1}" type="presParOf" srcId="{2A20D078-57DE-4950-A369-C9695E207856}" destId="{A19D04F0-5FE2-4399-981B-0990153A8AAB}" srcOrd="2" destOrd="0" presId="urn:microsoft.com/office/officeart/2018/5/layout/IconCircleLabelList"/>
    <dgm:cxn modelId="{29F0D067-7A0C-4E16-9507-8E65396B4FAA}" type="presParOf" srcId="{2A20D078-57DE-4950-A369-C9695E207856}" destId="{041776E5-EA0D-431A-9F9D-5DAD4B9D4A41}" srcOrd="3" destOrd="0" presId="urn:microsoft.com/office/officeart/2018/5/layout/IconCircleLabelList"/>
    <dgm:cxn modelId="{494FF26E-D6A1-4560-85A2-23ABE62CD1DD}" type="presParOf" srcId="{AC2020DC-E84F-46E2-AE81-ABCE42A2B426}" destId="{8E7B36FC-635D-4327-8243-2EB766EA3058}" srcOrd="3" destOrd="0" presId="urn:microsoft.com/office/officeart/2018/5/layout/IconCircleLabelList"/>
    <dgm:cxn modelId="{0317D2FD-1C43-41B0-8E1A-7CFFEB60C845}" type="presParOf" srcId="{AC2020DC-E84F-46E2-AE81-ABCE42A2B426}" destId="{6AE1CBC8-68F7-4732-9682-F31C26F190C0}" srcOrd="4" destOrd="0" presId="urn:microsoft.com/office/officeart/2018/5/layout/IconCircleLabelList"/>
    <dgm:cxn modelId="{7C42C24F-C77D-4484-96F7-86471FB7F2D7}" type="presParOf" srcId="{6AE1CBC8-68F7-4732-9682-F31C26F190C0}" destId="{E9FB19B3-0C03-4A7D-98B8-4B2BC9B99946}" srcOrd="0" destOrd="0" presId="urn:microsoft.com/office/officeart/2018/5/layout/IconCircleLabelList"/>
    <dgm:cxn modelId="{A3D1A328-2FAF-4DCB-9FF7-D072F1D446B4}" type="presParOf" srcId="{6AE1CBC8-68F7-4732-9682-F31C26F190C0}" destId="{314861CD-AD28-4ECC-943E-B296B155DAAE}" srcOrd="1" destOrd="0" presId="urn:microsoft.com/office/officeart/2018/5/layout/IconCircleLabelList"/>
    <dgm:cxn modelId="{93ABE723-CF72-4C39-80E2-1B3FA620FDE2}" type="presParOf" srcId="{6AE1CBC8-68F7-4732-9682-F31C26F190C0}" destId="{DC56F418-5B05-449D-A78A-BD75CF9852B5}" srcOrd="2" destOrd="0" presId="urn:microsoft.com/office/officeart/2018/5/layout/IconCircleLabelList"/>
    <dgm:cxn modelId="{CC13C1F1-1484-430A-8511-D5278CDFB214}" type="presParOf" srcId="{6AE1CBC8-68F7-4732-9682-F31C26F190C0}" destId="{9622E4A9-40F8-492C-8FB9-5577BB8C08D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88B32E-75DF-4074-BE8D-15F38FD39C1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6FA2FD4-80D7-483A-94F5-7A9D98742B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is split into 80% training and 20% testing data.</a:t>
          </a:r>
        </a:p>
      </dgm:t>
    </dgm:pt>
    <dgm:pt modelId="{96AE5CA8-0EC0-4294-BF7A-C630BF3DCA1B}" type="parTrans" cxnId="{5A6F3983-ED81-4F0A-9FC1-9D2D31AF6CCD}">
      <dgm:prSet/>
      <dgm:spPr/>
      <dgm:t>
        <a:bodyPr/>
        <a:lstStyle/>
        <a:p>
          <a:endParaRPr lang="en-US"/>
        </a:p>
      </dgm:t>
    </dgm:pt>
    <dgm:pt modelId="{6DB6F2C1-CEB3-4E11-ADA0-775285C1D3C2}" type="sibTrans" cxnId="{5A6F3983-ED81-4F0A-9FC1-9D2D31AF6CCD}">
      <dgm:prSet/>
      <dgm:spPr/>
      <dgm:t>
        <a:bodyPr/>
        <a:lstStyle/>
        <a:p>
          <a:endParaRPr lang="en-US"/>
        </a:p>
      </dgm:t>
    </dgm:pt>
    <dgm:pt modelId="{2470EE47-9145-4ACC-9CD5-8B62BFE137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helps evaluate model performance on unseen data.</a:t>
          </a:r>
        </a:p>
      </dgm:t>
    </dgm:pt>
    <dgm:pt modelId="{C83487EE-0FCF-4452-AB6B-C9B6240D1EEC}" type="parTrans" cxnId="{7BB389B3-98D8-44F7-9DB2-21BC475BE9FD}">
      <dgm:prSet/>
      <dgm:spPr/>
      <dgm:t>
        <a:bodyPr/>
        <a:lstStyle/>
        <a:p>
          <a:endParaRPr lang="en-US"/>
        </a:p>
      </dgm:t>
    </dgm:pt>
    <dgm:pt modelId="{36BEDD20-F9F8-4B36-A565-E2E26C8C4438}" type="sibTrans" cxnId="{7BB389B3-98D8-44F7-9DB2-21BC475BE9FD}">
      <dgm:prSet/>
      <dgm:spPr/>
      <dgm:t>
        <a:bodyPr/>
        <a:lstStyle/>
        <a:p>
          <a:endParaRPr lang="en-US"/>
        </a:p>
      </dgm:t>
    </dgm:pt>
    <dgm:pt modelId="{64D8A86A-456C-4FA8-A9E1-8436C5F219F2}" type="pres">
      <dgm:prSet presAssocID="{9B88B32E-75DF-4074-BE8D-15F38FD39C1D}" presName="root" presStyleCnt="0">
        <dgm:presLayoutVars>
          <dgm:dir/>
          <dgm:resizeHandles val="exact"/>
        </dgm:presLayoutVars>
      </dgm:prSet>
      <dgm:spPr/>
    </dgm:pt>
    <dgm:pt modelId="{B3BB8BC2-7CAE-4B33-8684-F705046544D6}" type="pres">
      <dgm:prSet presAssocID="{16FA2FD4-80D7-483A-94F5-7A9D98742BAF}" presName="compNode" presStyleCnt="0"/>
      <dgm:spPr/>
    </dgm:pt>
    <dgm:pt modelId="{A40ED9B8-9D5C-4F5E-A1E4-875A1A3B06FB}" type="pres">
      <dgm:prSet presAssocID="{16FA2FD4-80D7-483A-94F5-7A9D98742B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12B2C34-CC0B-47AF-8B10-890B5DF6AA99}" type="pres">
      <dgm:prSet presAssocID="{16FA2FD4-80D7-483A-94F5-7A9D98742BAF}" presName="spaceRect" presStyleCnt="0"/>
      <dgm:spPr/>
    </dgm:pt>
    <dgm:pt modelId="{80E59FF2-43E6-457E-B7EA-A79861379E6F}" type="pres">
      <dgm:prSet presAssocID="{16FA2FD4-80D7-483A-94F5-7A9D98742BAF}" presName="textRect" presStyleLbl="revTx" presStyleIdx="0" presStyleCnt="2">
        <dgm:presLayoutVars>
          <dgm:chMax val="1"/>
          <dgm:chPref val="1"/>
        </dgm:presLayoutVars>
      </dgm:prSet>
      <dgm:spPr/>
    </dgm:pt>
    <dgm:pt modelId="{3359F1F5-DF94-4594-ACD4-CAA6C77869F5}" type="pres">
      <dgm:prSet presAssocID="{6DB6F2C1-CEB3-4E11-ADA0-775285C1D3C2}" presName="sibTrans" presStyleCnt="0"/>
      <dgm:spPr/>
    </dgm:pt>
    <dgm:pt modelId="{87B0A0F3-8BD8-4E41-A16D-CB7043A0BD38}" type="pres">
      <dgm:prSet presAssocID="{2470EE47-9145-4ACC-9CD5-8B62BFE137EE}" presName="compNode" presStyleCnt="0"/>
      <dgm:spPr/>
    </dgm:pt>
    <dgm:pt modelId="{96CDDA7A-F081-4B83-A7EC-73941D64D1D3}" type="pres">
      <dgm:prSet presAssocID="{2470EE47-9145-4ACC-9CD5-8B62BFE137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0B204B4C-F0EF-4223-9FE4-3F5BB6A3D521}" type="pres">
      <dgm:prSet presAssocID="{2470EE47-9145-4ACC-9CD5-8B62BFE137EE}" presName="spaceRect" presStyleCnt="0"/>
      <dgm:spPr/>
    </dgm:pt>
    <dgm:pt modelId="{1EDA4D61-0B4E-4CF0-AA57-CE0D4ABA96D6}" type="pres">
      <dgm:prSet presAssocID="{2470EE47-9145-4ACC-9CD5-8B62BFE137E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A6F3983-ED81-4F0A-9FC1-9D2D31AF6CCD}" srcId="{9B88B32E-75DF-4074-BE8D-15F38FD39C1D}" destId="{16FA2FD4-80D7-483A-94F5-7A9D98742BAF}" srcOrd="0" destOrd="0" parTransId="{96AE5CA8-0EC0-4294-BF7A-C630BF3DCA1B}" sibTransId="{6DB6F2C1-CEB3-4E11-ADA0-775285C1D3C2}"/>
    <dgm:cxn modelId="{7BB389B3-98D8-44F7-9DB2-21BC475BE9FD}" srcId="{9B88B32E-75DF-4074-BE8D-15F38FD39C1D}" destId="{2470EE47-9145-4ACC-9CD5-8B62BFE137EE}" srcOrd="1" destOrd="0" parTransId="{C83487EE-0FCF-4452-AB6B-C9B6240D1EEC}" sibTransId="{36BEDD20-F9F8-4B36-A565-E2E26C8C4438}"/>
    <dgm:cxn modelId="{DC6A11D9-F4D8-4555-BBF8-89B2729BF410}" type="presOf" srcId="{2470EE47-9145-4ACC-9CD5-8B62BFE137EE}" destId="{1EDA4D61-0B4E-4CF0-AA57-CE0D4ABA96D6}" srcOrd="0" destOrd="0" presId="urn:microsoft.com/office/officeart/2018/2/layout/IconLabelList"/>
    <dgm:cxn modelId="{F00A4AEA-39B5-4398-BF93-052B4CC52298}" type="presOf" srcId="{9B88B32E-75DF-4074-BE8D-15F38FD39C1D}" destId="{64D8A86A-456C-4FA8-A9E1-8436C5F219F2}" srcOrd="0" destOrd="0" presId="urn:microsoft.com/office/officeart/2018/2/layout/IconLabelList"/>
    <dgm:cxn modelId="{757010ED-96C7-45BD-9DF0-7152BFD4E598}" type="presOf" srcId="{16FA2FD4-80D7-483A-94F5-7A9D98742BAF}" destId="{80E59FF2-43E6-457E-B7EA-A79861379E6F}" srcOrd="0" destOrd="0" presId="urn:microsoft.com/office/officeart/2018/2/layout/IconLabelList"/>
    <dgm:cxn modelId="{40179627-70B3-423F-BE91-61491686A680}" type="presParOf" srcId="{64D8A86A-456C-4FA8-A9E1-8436C5F219F2}" destId="{B3BB8BC2-7CAE-4B33-8684-F705046544D6}" srcOrd="0" destOrd="0" presId="urn:microsoft.com/office/officeart/2018/2/layout/IconLabelList"/>
    <dgm:cxn modelId="{26F3F763-2DC0-4B72-8468-168B67C9F0A7}" type="presParOf" srcId="{B3BB8BC2-7CAE-4B33-8684-F705046544D6}" destId="{A40ED9B8-9D5C-4F5E-A1E4-875A1A3B06FB}" srcOrd="0" destOrd="0" presId="urn:microsoft.com/office/officeart/2018/2/layout/IconLabelList"/>
    <dgm:cxn modelId="{6583B139-B88F-4886-B576-886F8EA5DFF1}" type="presParOf" srcId="{B3BB8BC2-7CAE-4B33-8684-F705046544D6}" destId="{B12B2C34-CC0B-47AF-8B10-890B5DF6AA99}" srcOrd="1" destOrd="0" presId="urn:microsoft.com/office/officeart/2018/2/layout/IconLabelList"/>
    <dgm:cxn modelId="{EA328CB6-B337-44D3-BEC9-0B51FFF1C0A7}" type="presParOf" srcId="{B3BB8BC2-7CAE-4B33-8684-F705046544D6}" destId="{80E59FF2-43E6-457E-B7EA-A79861379E6F}" srcOrd="2" destOrd="0" presId="urn:microsoft.com/office/officeart/2018/2/layout/IconLabelList"/>
    <dgm:cxn modelId="{6A891DF8-3CF9-4C73-8811-D0135EE15BC9}" type="presParOf" srcId="{64D8A86A-456C-4FA8-A9E1-8436C5F219F2}" destId="{3359F1F5-DF94-4594-ACD4-CAA6C77869F5}" srcOrd="1" destOrd="0" presId="urn:microsoft.com/office/officeart/2018/2/layout/IconLabelList"/>
    <dgm:cxn modelId="{BF5E42FB-7035-4F5D-AE8A-68B47B53FF6B}" type="presParOf" srcId="{64D8A86A-456C-4FA8-A9E1-8436C5F219F2}" destId="{87B0A0F3-8BD8-4E41-A16D-CB7043A0BD38}" srcOrd="2" destOrd="0" presId="urn:microsoft.com/office/officeart/2018/2/layout/IconLabelList"/>
    <dgm:cxn modelId="{44BC8818-0FEF-42F6-B1B0-D6D02AC64DEA}" type="presParOf" srcId="{87B0A0F3-8BD8-4E41-A16D-CB7043A0BD38}" destId="{96CDDA7A-F081-4B83-A7EC-73941D64D1D3}" srcOrd="0" destOrd="0" presId="urn:microsoft.com/office/officeart/2018/2/layout/IconLabelList"/>
    <dgm:cxn modelId="{3082A46C-A14C-4B5F-8F88-C1F08F6C3D8F}" type="presParOf" srcId="{87B0A0F3-8BD8-4E41-A16D-CB7043A0BD38}" destId="{0B204B4C-F0EF-4223-9FE4-3F5BB6A3D521}" srcOrd="1" destOrd="0" presId="urn:microsoft.com/office/officeart/2018/2/layout/IconLabelList"/>
    <dgm:cxn modelId="{0E792CCE-A917-4115-B82F-C124EDB59E7D}" type="presParOf" srcId="{87B0A0F3-8BD8-4E41-A16D-CB7043A0BD38}" destId="{1EDA4D61-0B4E-4CF0-AA57-CE0D4ABA96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AC164B-A96A-419F-B709-B9AEA42348E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EE885EA-B8D7-4172-A189-3B0D15FF295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trained model predicts salaries for the test dataset.</a:t>
          </a:r>
        </a:p>
      </dgm:t>
    </dgm:pt>
    <dgm:pt modelId="{1D5917D4-F563-49A5-B069-A962E21AC98C}" type="parTrans" cxnId="{8B123628-DC11-43FC-9ED0-FE60AC7C4414}">
      <dgm:prSet/>
      <dgm:spPr/>
      <dgm:t>
        <a:bodyPr/>
        <a:lstStyle/>
        <a:p>
          <a:endParaRPr lang="en-US"/>
        </a:p>
      </dgm:t>
    </dgm:pt>
    <dgm:pt modelId="{86F1DEA1-A6D9-47F7-B3F3-208E8A5C3B8D}" type="sibTrans" cxnId="{8B123628-DC11-43FC-9ED0-FE60AC7C4414}">
      <dgm:prSet/>
      <dgm:spPr/>
      <dgm:t>
        <a:bodyPr/>
        <a:lstStyle/>
        <a:p>
          <a:endParaRPr lang="en-US"/>
        </a:p>
      </dgm:t>
    </dgm:pt>
    <dgm:pt modelId="{B2F48C37-CD02-47FF-9AD3-FF01AC48D8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Predictions are compared with actual values.</a:t>
          </a:r>
        </a:p>
      </dgm:t>
    </dgm:pt>
    <dgm:pt modelId="{AC69EEBC-9429-48C3-A329-74F14E8562FB}" type="parTrans" cxnId="{C9C01931-AFA1-4F41-8719-DFA34C0AAF63}">
      <dgm:prSet/>
      <dgm:spPr/>
      <dgm:t>
        <a:bodyPr/>
        <a:lstStyle/>
        <a:p>
          <a:endParaRPr lang="en-US"/>
        </a:p>
      </dgm:t>
    </dgm:pt>
    <dgm:pt modelId="{74F3C1E2-2A89-4954-B209-384FBB15C10C}" type="sibTrans" cxnId="{C9C01931-AFA1-4F41-8719-DFA34C0AAF63}">
      <dgm:prSet/>
      <dgm:spPr/>
      <dgm:t>
        <a:bodyPr/>
        <a:lstStyle/>
        <a:p>
          <a:endParaRPr lang="en-US"/>
        </a:p>
      </dgm:t>
    </dgm:pt>
    <dgm:pt modelId="{A5F03F25-EF10-4CD1-A00A-E5299AA66922}" type="pres">
      <dgm:prSet presAssocID="{F6AC164B-A96A-419F-B709-B9AEA42348EF}" presName="root" presStyleCnt="0">
        <dgm:presLayoutVars>
          <dgm:dir/>
          <dgm:resizeHandles val="exact"/>
        </dgm:presLayoutVars>
      </dgm:prSet>
      <dgm:spPr/>
    </dgm:pt>
    <dgm:pt modelId="{B644DC21-C099-4BE4-BCEF-F07D6CBC2448}" type="pres">
      <dgm:prSet presAssocID="{5EE885EA-B8D7-4172-A189-3B0D15FF295B}" presName="compNode" presStyleCnt="0"/>
      <dgm:spPr/>
    </dgm:pt>
    <dgm:pt modelId="{7FD08AA3-AC30-4D67-8D2C-22222D08A7DD}" type="pres">
      <dgm:prSet presAssocID="{5EE885EA-B8D7-4172-A189-3B0D15FF295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5610D0D-310C-40EC-9DE5-6C9172944F0A}" type="pres">
      <dgm:prSet presAssocID="{5EE885EA-B8D7-4172-A189-3B0D15FF295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EC8B60-005A-44A1-826A-C6A12F6584A2}" type="pres">
      <dgm:prSet presAssocID="{5EE885EA-B8D7-4172-A189-3B0D15FF295B}" presName="spaceRect" presStyleCnt="0"/>
      <dgm:spPr/>
    </dgm:pt>
    <dgm:pt modelId="{C3681ADC-2A58-439E-A082-5260BC741CAD}" type="pres">
      <dgm:prSet presAssocID="{5EE885EA-B8D7-4172-A189-3B0D15FF295B}" presName="textRect" presStyleLbl="revTx" presStyleIdx="0" presStyleCnt="2">
        <dgm:presLayoutVars>
          <dgm:chMax val="1"/>
          <dgm:chPref val="1"/>
        </dgm:presLayoutVars>
      </dgm:prSet>
      <dgm:spPr/>
    </dgm:pt>
    <dgm:pt modelId="{7D180B73-F054-472B-B1E9-198B878E31F2}" type="pres">
      <dgm:prSet presAssocID="{86F1DEA1-A6D9-47F7-B3F3-208E8A5C3B8D}" presName="sibTrans" presStyleCnt="0"/>
      <dgm:spPr/>
    </dgm:pt>
    <dgm:pt modelId="{5DAE676A-8474-4B6A-A9D9-2C706C9C6FFC}" type="pres">
      <dgm:prSet presAssocID="{B2F48C37-CD02-47FF-9AD3-FF01AC48D884}" presName="compNode" presStyleCnt="0"/>
      <dgm:spPr/>
    </dgm:pt>
    <dgm:pt modelId="{5DAA5345-1223-4727-BC0D-F8FE51B82941}" type="pres">
      <dgm:prSet presAssocID="{B2F48C37-CD02-47FF-9AD3-FF01AC48D884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25A15BB-441B-4BE7-BFAD-2B129822F982}" type="pres">
      <dgm:prSet presAssocID="{B2F48C37-CD02-47FF-9AD3-FF01AC48D88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1406AB7B-F625-4141-A558-2A958D07F619}" type="pres">
      <dgm:prSet presAssocID="{B2F48C37-CD02-47FF-9AD3-FF01AC48D884}" presName="spaceRect" presStyleCnt="0"/>
      <dgm:spPr/>
    </dgm:pt>
    <dgm:pt modelId="{404F31CE-D61D-49A9-980E-BD82E2B7F959}" type="pres">
      <dgm:prSet presAssocID="{B2F48C37-CD02-47FF-9AD3-FF01AC48D88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4766A22-F190-44F7-B7A9-38A408E950C1}" type="presOf" srcId="{F6AC164B-A96A-419F-B709-B9AEA42348EF}" destId="{A5F03F25-EF10-4CD1-A00A-E5299AA66922}" srcOrd="0" destOrd="0" presId="urn:microsoft.com/office/officeart/2018/5/layout/IconLeafLabelList"/>
    <dgm:cxn modelId="{8B123628-DC11-43FC-9ED0-FE60AC7C4414}" srcId="{F6AC164B-A96A-419F-B709-B9AEA42348EF}" destId="{5EE885EA-B8D7-4172-A189-3B0D15FF295B}" srcOrd="0" destOrd="0" parTransId="{1D5917D4-F563-49A5-B069-A962E21AC98C}" sibTransId="{86F1DEA1-A6D9-47F7-B3F3-208E8A5C3B8D}"/>
    <dgm:cxn modelId="{C9C01931-AFA1-4F41-8719-DFA34C0AAF63}" srcId="{F6AC164B-A96A-419F-B709-B9AEA42348EF}" destId="{B2F48C37-CD02-47FF-9AD3-FF01AC48D884}" srcOrd="1" destOrd="0" parTransId="{AC69EEBC-9429-48C3-A329-74F14E8562FB}" sibTransId="{74F3C1E2-2A89-4954-B209-384FBB15C10C}"/>
    <dgm:cxn modelId="{A93D42AB-642E-48C0-98FC-BD704744FA96}" type="presOf" srcId="{5EE885EA-B8D7-4172-A189-3B0D15FF295B}" destId="{C3681ADC-2A58-439E-A082-5260BC741CAD}" srcOrd="0" destOrd="0" presId="urn:microsoft.com/office/officeart/2018/5/layout/IconLeafLabelList"/>
    <dgm:cxn modelId="{165A44FA-2D92-4983-AA04-D188463B347C}" type="presOf" srcId="{B2F48C37-CD02-47FF-9AD3-FF01AC48D884}" destId="{404F31CE-D61D-49A9-980E-BD82E2B7F959}" srcOrd="0" destOrd="0" presId="urn:microsoft.com/office/officeart/2018/5/layout/IconLeafLabelList"/>
    <dgm:cxn modelId="{F4B9FCD2-5F36-4EB3-9AB7-044D39265418}" type="presParOf" srcId="{A5F03F25-EF10-4CD1-A00A-E5299AA66922}" destId="{B644DC21-C099-4BE4-BCEF-F07D6CBC2448}" srcOrd="0" destOrd="0" presId="urn:microsoft.com/office/officeart/2018/5/layout/IconLeafLabelList"/>
    <dgm:cxn modelId="{C2FDE68E-84CB-49FC-A376-239C978D5EFC}" type="presParOf" srcId="{B644DC21-C099-4BE4-BCEF-F07D6CBC2448}" destId="{7FD08AA3-AC30-4D67-8D2C-22222D08A7DD}" srcOrd="0" destOrd="0" presId="urn:microsoft.com/office/officeart/2018/5/layout/IconLeafLabelList"/>
    <dgm:cxn modelId="{889A96EF-00F5-4C9E-938E-73A8AE2C20E1}" type="presParOf" srcId="{B644DC21-C099-4BE4-BCEF-F07D6CBC2448}" destId="{05610D0D-310C-40EC-9DE5-6C9172944F0A}" srcOrd="1" destOrd="0" presId="urn:microsoft.com/office/officeart/2018/5/layout/IconLeafLabelList"/>
    <dgm:cxn modelId="{A9AFCE19-9C07-4DFC-B2A6-A914CB83DEB3}" type="presParOf" srcId="{B644DC21-C099-4BE4-BCEF-F07D6CBC2448}" destId="{8CEC8B60-005A-44A1-826A-C6A12F6584A2}" srcOrd="2" destOrd="0" presId="urn:microsoft.com/office/officeart/2018/5/layout/IconLeafLabelList"/>
    <dgm:cxn modelId="{A904E043-954B-43DA-A43A-78945529B331}" type="presParOf" srcId="{B644DC21-C099-4BE4-BCEF-F07D6CBC2448}" destId="{C3681ADC-2A58-439E-A082-5260BC741CAD}" srcOrd="3" destOrd="0" presId="urn:microsoft.com/office/officeart/2018/5/layout/IconLeafLabelList"/>
    <dgm:cxn modelId="{E0BAC43A-9800-48A7-8BA8-8CB36D321E0C}" type="presParOf" srcId="{A5F03F25-EF10-4CD1-A00A-E5299AA66922}" destId="{7D180B73-F054-472B-B1E9-198B878E31F2}" srcOrd="1" destOrd="0" presId="urn:microsoft.com/office/officeart/2018/5/layout/IconLeafLabelList"/>
    <dgm:cxn modelId="{3831B132-E3C6-4806-8967-5724AC5E4C9E}" type="presParOf" srcId="{A5F03F25-EF10-4CD1-A00A-E5299AA66922}" destId="{5DAE676A-8474-4B6A-A9D9-2C706C9C6FFC}" srcOrd="2" destOrd="0" presId="urn:microsoft.com/office/officeart/2018/5/layout/IconLeafLabelList"/>
    <dgm:cxn modelId="{DDAEFD9F-9B93-4004-9B19-0AC22C94D95B}" type="presParOf" srcId="{5DAE676A-8474-4B6A-A9D9-2C706C9C6FFC}" destId="{5DAA5345-1223-4727-BC0D-F8FE51B82941}" srcOrd="0" destOrd="0" presId="urn:microsoft.com/office/officeart/2018/5/layout/IconLeafLabelList"/>
    <dgm:cxn modelId="{C1D5BC02-B076-4B56-B1F2-CDDB20ED25D8}" type="presParOf" srcId="{5DAE676A-8474-4B6A-A9D9-2C706C9C6FFC}" destId="{225A15BB-441B-4BE7-BFAD-2B129822F982}" srcOrd="1" destOrd="0" presId="urn:microsoft.com/office/officeart/2018/5/layout/IconLeafLabelList"/>
    <dgm:cxn modelId="{3556ACFC-05AE-499C-ADBE-98B27C4A8065}" type="presParOf" srcId="{5DAE676A-8474-4B6A-A9D9-2C706C9C6FFC}" destId="{1406AB7B-F625-4141-A558-2A958D07F619}" srcOrd="2" destOrd="0" presId="urn:microsoft.com/office/officeart/2018/5/layout/IconLeafLabelList"/>
    <dgm:cxn modelId="{5F3AE242-8A7A-40F2-B95E-FAAD7A95A9C2}" type="presParOf" srcId="{5DAE676A-8474-4B6A-A9D9-2C706C9C6FFC}" destId="{404F31CE-D61D-49A9-980E-BD82E2B7F95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39EFAE-6941-4D0F-8534-1BCE988AB26A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25958A-03C7-4263-9DDE-7BD98FFC04C8}">
      <dgm:prSet/>
      <dgm:spPr/>
      <dgm:t>
        <a:bodyPr/>
        <a:lstStyle/>
        <a:p>
          <a:r>
            <a:rPr lang="en-US"/>
            <a:t>Red dots show actual salaries.</a:t>
          </a:r>
        </a:p>
      </dgm:t>
    </dgm:pt>
    <dgm:pt modelId="{C0B515B5-3912-4759-8825-8D9ED5459220}" type="parTrans" cxnId="{ACEFFF09-3907-4419-9F92-A386E2288E0D}">
      <dgm:prSet/>
      <dgm:spPr/>
      <dgm:t>
        <a:bodyPr/>
        <a:lstStyle/>
        <a:p>
          <a:endParaRPr lang="en-US"/>
        </a:p>
      </dgm:t>
    </dgm:pt>
    <dgm:pt modelId="{6B9422A3-36D9-4F4F-BBC3-25E6D22F3412}" type="sibTrans" cxnId="{ACEFFF09-3907-4419-9F92-A386E2288E0D}">
      <dgm:prSet/>
      <dgm:spPr/>
      <dgm:t>
        <a:bodyPr/>
        <a:lstStyle/>
        <a:p>
          <a:endParaRPr lang="en-US"/>
        </a:p>
      </dgm:t>
    </dgm:pt>
    <dgm:pt modelId="{8B69CAD5-AA23-4EC0-92CD-10FF94D0BB4E}">
      <dgm:prSet/>
      <dgm:spPr/>
      <dgm:t>
        <a:bodyPr/>
        <a:lstStyle/>
        <a:p>
          <a:r>
            <a:rPr lang="en-US"/>
            <a:t>Blue line shows regression line.</a:t>
          </a:r>
        </a:p>
      </dgm:t>
    </dgm:pt>
    <dgm:pt modelId="{AD2E7805-97D6-4D71-82B2-E673451A22F5}" type="parTrans" cxnId="{7AB8DB52-9E15-470C-B422-414F00389313}">
      <dgm:prSet/>
      <dgm:spPr/>
      <dgm:t>
        <a:bodyPr/>
        <a:lstStyle/>
        <a:p>
          <a:endParaRPr lang="en-US"/>
        </a:p>
      </dgm:t>
    </dgm:pt>
    <dgm:pt modelId="{AE1AA4B0-0BFC-44BE-8B57-F78C5955A842}" type="sibTrans" cxnId="{7AB8DB52-9E15-470C-B422-414F00389313}">
      <dgm:prSet/>
      <dgm:spPr/>
      <dgm:t>
        <a:bodyPr/>
        <a:lstStyle/>
        <a:p>
          <a:endParaRPr lang="en-US"/>
        </a:p>
      </dgm:t>
    </dgm:pt>
    <dgm:pt modelId="{996BF154-CDEB-4D28-9C5C-FA2283E3FCCF}">
      <dgm:prSet/>
      <dgm:spPr/>
      <dgm:t>
        <a:bodyPr/>
        <a:lstStyle/>
        <a:p>
          <a:r>
            <a:rPr lang="en-US"/>
            <a:t>This visualizes how well the model fits the data.</a:t>
          </a:r>
        </a:p>
      </dgm:t>
    </dgm:pt>
    <dgm:pt modelId="{51BD73C5-D0D9-4942-B45A-0582F23E9664}" type="parTrans" cxnId="{63DB3ACA-DE9F-4FBC-A47A-D5826A94ED62}">
      <dgm:prSet/>
      <dgm:spPr/>
      <dgm:t>
        <a:bodyPr/>
        <a:lstStyle/>
        <a:p>
          <a:endParaRPr lang="en-US"/>
        </a:p>
      </dgm:t>
    </dgm:pt>
    <dgm:pt modelId="{3AA3C067-BAD2-4A6B-9F2F-620331F62A58}" type="sibTrans" cxnId="{63DB3ACA-DE9F-4FBC-A47A-D5826A94ED62}">
      <dgm:prSet/>
      <dgm:spPr/>
      <dgm:t>
        <a:bodyPr/>
        <a:lstStyle/>
        <a:p>
          <a:endParaRPr lang="en-US"/>
        </a:p>
      </dgm:t>
    </dgm:pt>
    <dgm:pt modelId="{47CD97BC-3FB0-472C-9FA4-BCD2908C9468}" type="pres">
      <dgm:prSet presAssocID="{3B39EFAE-6941-4D0F-8534-1BCE988AB26A}" presName="linear" presStyleCnt="0">
        <dgm:presLayoutVars>
          <dgm:animLvl val="lvl"/>
          <dgm:resizeHandles val="exact"/>
        </dgm:presLayoutVars>
      </dgm:prSet>
      <dgm:spPr/>
    </dgm:pt>
    <dgm:pt modelId="{4AF90A84-B764-4D75-B5CF-D32EE08757DD}" type="pres">
      <dgm:prSet presAssocID="{4725958A-03C7-4263-9DDE-7BD98FFC04C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92B76C-93F9-4189-A2C1-AC15D689B53E}" type="pres">
      <dgm:prSet presAssocID="{6B9422A3-36D9-4F4F-BBC3-25E6D22F3412}" presName="spacer" presStyleCnt="0"/>
      <dgm:spPr/>
    </dgm:pt>
    <dgm:pt modelId="{19A59997-8B70-4D88-8C08-CB7525CECAF1}" type="pres">
      <dgm:prSet presAssocID="{8B69CAD5-AA23-4EC0-92CD-10FF94D0BB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549B56-3349-4F8D-84B7-97EB5C6999AD}" type="pres">
      <dgm:prSet presAssocID="{AE1AA4B0-0BFC-44BE-8B57-F78C5955A842}" presName="spacer" presStyleCnt="0"/>
      <dgm:spPr/>
    </dgm:pt>
    <dgm:pt modelId="{D10CFE03-D97E-4CD7-AEF0-A17A0C511F66}" type="pres">
      <dgm:prSet presAssocID="{996BF154-CDEB-4D28-9C5C-FA2283E3FCC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CEFFF09-3907-4419-9F92-A386E2288E0D}" srcId="{3B39EFAE-6941-4D0F-8534-1BCE988AB26A}" destId="{4725958A-03C7-4263-9DDE-7BD98FFC04C8}" srcOrd="0" destOrd="0" parTransId="{C0B515B5-3912-4759-8825-8D9ED5459220}" sibTransId="{6B9422A3-36D9-4F4F-BBC3-25E6D22F3412}"/>
    <dgm:cxn modelId="{7AB8DB52-9E15-470C-B422-414F00389313}" srcId="{3B39EFAE-6941-4D0F-8534-1BCE988AB26A}" destId="{8B69CAD5-AA23-4EC0-92CD-10FF94D0BB4E}" srcOrd="1" destOrd="0" parTransId="{AD2E7805-97D6-4D71-82B2-E673451A22F5}" sibTransId="{AE1AA4B0-0BFC-44BE-8B57-F78C5955A842}"/>
    <dgm:cxn modelId="{83014FAA-1D3D-4FAE-9551-E3984195B01F}" type="presOf" srcId="{996BF154-CDEB-4D28-9C5C-FA2283E3FCCF}" destId="{D10CFE03-D97E-4CD7-AEF0-A17A0C511F66}" srcOrd="0" destOrd="0" presId="urn:microsoft.com/office/officeart/2005/8/layout/vList2"/>
    <dgm:cxn modelId="{63DB3ACA-DE9F-4FBC-A47A-D5826A94ED62}" srcId="{3B39EFAE-6941-4D0F-8534-1BCE988AB26A}" destId="{996BF154-CDEB-4D28-9C5C-FA2283E3FCCF}" srcOrd="2" destOrd="0" parTransId="{51BD73C5-D0D9-4942-B45A-0582F23E9664}" sibTransId="{3AA3C067-BAD2-4A6B-9F2F-620331F62A58}"/>
    <dgm:cxn modelId="{09AFE6CA-D13A-45EC-8C2C-A49E8B4B5C66}" type="presOf" srcId="{4725958A-03C7-4263-9DDE-7BD98FFC04C8}" destId="{4AF90A84-B764-4D75-B5CF-D32EE08757DD}" srcOrd="0" destOrd="0" presId="urn:microsoft.com/office/officeart/2005/8/layout/vList2"/>
    <dgm:cxn modelId="{501B1CD4-DF27-4745-AC11-349390693B8A}" type="presOf" srcId="{3B39EFAE-6941-4D0F-8534-1BCE988AB26A}" destId="{47CD97BC-3FB0-472C-9FA4-BCD2908C9468}" srcOrd="0" destOrd="0" presId="urn:microsoft.com/office/officeart/2005/8/layout/vList2"/>
    <dgm:cxn modelId="{D1F35CEA-A98F-4B44-B2DF-B767888CC18F}" type="presOf" srcId="{8B69CAD5-AA23-4EC0-92CD-10FF94D0BB4E}" destId="{19A59997-8B70-4D88-8C08-CB7525CECAF1}" srcOrd="0" destOrd="0" presId="urn:microsoft.com/office/officeart/2005/8/layout/vList2"/>
    <dgm:cxn modelId="{D0DE957F-B8EA-4099-826C-90513E2A9B16}" type="presParOf" srcId="{47CD97BC-3FB0-472C-9FA4-BCD2908C9468}" destId="{4AF90A84-B764-4D75-B5CF-D32EE08757DD}" srcOrd="0" destOrd="0" presId="urn:microsoft.com/office/officeart/2005/8/layout/vList2"/>
    <dgm:cxn modelId="{695C71E5-DD8E-4E72-B75C-472B3E1109D2}" type="presParOf" srcId="{47CD97BC-3FB0-472C-9FA4-BCD2908C9468}" destId="{A192B76C-93F9-4189-A2C1-AC15D689B53E}" srcOrd="1" destOrd="0" presId="urn:microsoft.com/office/officeart/2005/8/layout/vList2"/>
    <dgm:cxn modelId="{44788909-32AC-4CD7-A23B-66F49693F1DE}" type="presParOf" srcId="{47CD97BC-3FB0-472C-9FA4-BCD2908C9468}" destId="{19A59997-8B70-4D88-8C08-CB7525CECAF1}" srcOrd="2" destOrd="0" presId="urn:microsoft.com/office/officeart/2005/8/layout/vList2"/>
    <dgm:cxn modelId="{E64333D6-9E10-4C10-8905-17BA3E9B56CB}" type="presParOf" srcId="{47CD97BC-3FB0-472C-9FA4-BCD2908C9468}" destId="{00549B56-3349-4F8D-84B7-97EB5C6999AD}" srcOrd="3" destOrd="0" presId="urn:microsoft.com/office/officeart/2005/8/layout/vList2"/>
    <dgm:cxn modelId="{05AB1040-EC72-4A1B-84EE-D6CC7BF53EC5}" type="presParOf" srcId="{47CD97BC-3FB0-472C-9FA4-BCD2908C9468}" destId="{D10CFE03-D97E-4CD7-AEF0-A17A0C511F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985BF4-2F74-4EB7-9FF5-887A2E334F55}" type="doc">
      <dgm:prSet loTypeId="urn:microsoft.com/office/officeart/2005/8/layout/vList2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FA60A672-3974-4128-8E18-6CC01641329E}">
      <dgm:prSet/>
      <dgm:spPr/>
      <dgm:t>
        <a:bodyPr/>
        <a:lstStyle/>
        <a:p>
          <a:r>
            <a:rPr lang="en-US" dirty="0"/>
            <a:t>Slope (m): Rate of salary increase per year.</a:t>
          </a:r>
        </a:p>
      </dgm:t>
    </dgm:pt>
    <dgm:pt modelId="{62235424-A784-4268-8A51-7815E5BF2C8F}" type="parTrans" cxnId="{E01EA84D-3AFA-43BD-A276-A175A2E1498C}">
      <dgm:prSet/>
      <dgm:spPr/>
      <dgm:t>
        <a:bodyPr/>
        <a:lstStyle/>
        <a:p>
          <a:endParaRPr lang="en-US"/>
        </a:p>
      </dgm:t>
    </dgm:pt>
    <dgm:pt modelId="{4AA77670-DAE7-426B-9007-0410A37FE50F}" type="sibTrans" cxnId="{E01EA84D-3AFA-43BD-A276-A175A2E1498C}">
      <dgm:prSet/>
      <dgm:spPr/>
      <dgm:t>
        <a:bodyPr/>
        <a:lstStyle/>
        <a:p>
          <a:endParaRPr lang="en-US"/>
        </a:p>
      </dgm:t>
    </dgm:pt>
    <dgm:pt modelId="{7EF029DD-6615-4A79-936D-4896B17B70C4}">
      <dgm:prSet/>
      <dgm:spPr/>
      <dgm:t>
        <a:bodyPr/>
        <a:lstStyle/>
        <a:p>
          <a:r>
            <a:rPr lang="en-US"/>
            <a:t>Intercept (c): Base salary when experience is zero.</a:t>
          </a:r>
        </a:p>
      </dgm:t>
    </dgm:pt>
    <dgm:pt modelId="{6BA63759-61A6-4696-98B2-739C44DFCC99}" type="parTrans" cxnId="{0951F2B9-9581-44CC-A6D8-821A655EEE3D}">
      <dgm:prSet/>
      <dgm:spPr/>
      <dgm:t>
        <a:bodyPr/>
        <a:lstStyle/>
        <a:p>
          <a:endParaRPr lang="en-US"/>
        </a:p>
      </dgm:t>
    </dgm:pt>
    <dgm:pt modelId="{3EE491F9-68B8-4EAD-BB0F-12806349CC48}" type="sibTrans" cxnId="{0951F2B9-9581-44CC-A6D8-821A655EEE3D}">
      <dgm:prSet/>
      <dgm:spPr/>
      <dgm:t>
        <a:bodyPr/>
        <a:lstStyle/>
        <a:p>
          <a:endParaRPr lang="en-US"/>
        </a:p>
      </dgm:t>
    </dgm:pt>
    <dgm:pt modelId="{D19B1B9A-59B8-438E-93D4-9D167C43E981}" type="pres">
      <dgm:prSet presAssocID="{C4985BF4-2F74-4EB7-9FF5-887A2E334F55}" presName="linear" presStyleCnt="0">
        <dgm:presLayoutVars>
          <dgm:animLvl val="lvl"/>
          <dgm:resizeHandles val="exact"/>
        </dgm:presLayoutVars>
      </dgm:prSet>
      <dgm:spPr/>
    </dgm:pt>
    <dgm:pt modelId="{C3685C9C-1E2D-4499-828A-D20678016353}" type="pres">
      <dgm:prSet presAssocID="{FA60A672-3974-4128-8E18-6CC01641329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1E1FD59-4A7E-4D54-A6C6-652403544559}" type="pres">
      <dgm:prSet presAssocID="{4AA77670-DAE7-426B-9007-0410A37FE50F}" presName="spacer" presStyleCnt="0"/>
      <dgm:spPr/>
    </dgm:pt>
    <dgm:pt modelId="{5D3663CB-D2C4-447F-8B4C-8F3D4807F6A5}" type="pres">
      <dgm:prSet presAssocID="{7EF029DD-6615-4A79-936D-4896B17B70C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76005F-3403-43F4-80FE-F0E675C9180F}" type="presOf" srcId="{C4985BF4-2F74-4EB7-9FF5-887A2E334F55}" destId="{D19B1B9A-59B8-438E-93D4-9D167C43E981}" srcOrd="0" destOrd="0" presId="urn:microsoft.com/office/officeart/2005/8/layout/vList2"/>
    <dgm:cxn modelId="{E01EA84D-3AFA-43BD-A276-A175A2E1498C}" srcId="{C4985BF4-2F74-4EB7-9FF5-887A2E334F55}" destId="{FA60A672-3974-4128-8E18-6CC01641329E}" srcOrd="0" destOrd="0" parTransId="{62235424-A784-4268-8A51-7815E5BF2C8F}" sibTransId="{4AA77670-DAE7-426B-9007-0410A37FE50F}"/>
    <dgm:cxn modelId="{DC7BA58F-3440-4861-A5D4-352C10E06D6F}" type="presOf" srcId="{FA60A672-3974-4128-8E18-6CC01641329E}" destId="{C3685C9C-1E2D-4499-828A-D20678016353}" srcOrd="0" destOrd="0" presId="urn:microsoft.com/office/officeart/2005/8/layout/vList2"/>
    <dgm:cxn modelId="{03225C9C-EB0C-4056-9307-7269D825F6A9}" type="presOf" srcId="{7EF029DD-6615-4A79-936D-4896B17B70C4}" destId="{5D3663CB-D2C4-447F-8B4C-8F3D4807F6A5}" srcOrd="0" destOrd="0" presId="urn:microsoft.com/office/officeart/2005/8/layout/vList2"/>
    <dgm:cxn modelId="{0951F2B9-9581-44CC-A6D8-821A655EEE3D}" srcId="{C4985BF4-2F74-4EB7-9FF5-887A2E334F55}" destId="{7EF029DD-6615-4A79-936D-4896B17B70C4}" srcOrd="1" destOrd="0" parTransId="{6BA63759-61A6-4696-98B2-739C44DFCC99}" sibTransId="{3EE491F9-68B8-4EAD-BB0F-12806349CC48}"/>
    <dgm:cxn modelId="{E03E7C23-B7E4-48D5-8108-CB8377EA4290}" type="presParOf" srcId="{D19B1B9A-59B8-438E-93D4-9D167C43E981}" destId="{C3685C9C-1E2D-4499-828A-D20678016353}" srcOrd="0" destOrd="0" presId="urn:microsoft.com/office/officeart/2005/8/layout/vList2"/>
    <dgm:cxn modelId="{2B4A3808-D529-4210-8309-E7CD1C55EA59}" type="presParOf" srcId="{D19B1B9A-59B8-438E-93D4-9D167C43E981}" destId="{21E1FD59-4A7E-4D54-A6C6-652403544559}" srcOrd="1" destOrd="0" presId="urn:microsoft.com/office/officeart/2005/8/layout/vList2"/>
    <dgm:cxn modelId="{90DB10BE-8C17-4599-A010-65A437C43354}" type="presParOf" srcId="{D19B1B9A-59B8-438E-93D4-9D167C43E981}" destId="{5D3663CB-D2C4-447F-8B4C-8F3D4807F6A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37CDE5-A033-4F75-83BC-6319475559C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7793EB-6AFA-4F85-A92F-890B0A08D593}">
      <dgm:prSet/>
      <dgm:spPr/>
      <dgm:t>
        <a:bodyPr/>
        <a:lstStyle/>
        <a:p>
          <a:pPr>
            <a:defRPr cap="all"/>
          </a:pPr>
          <a:r>
            <a:rPr lang="en-US"/>
            <a:t>R² score measures accuracy.</a:t>
          </a:r>
        </a:p>
      </dgm:t>
    </dgm:pt>
    <dgm:pt modelId="{F31B17F1-EB2B-4D17-9DFC-923C3E1CF3A9}" type="parTrans" cxnId="{D39F033E-5065-4745-A5B6-41EA6507694C}">
      <dgm:prSet/>
      <dgm:spPr/>
      <dgm:t>
        <a:bodyPr/>
        <a:lstStyle/>
        <a:p>
          <a:endParaRPr lang="en-US"/>
        </a:p>
      </dgm:t>
    </dgm:pt>
    <dgm:pt modelId="{E2B3779E-D7B9-44BF-BD8A-86DE28D54208}" type="sibTrans" cxnId="{D39F033E-5065-4745-A5B6-41EA6507694C}">
      <dgm:prSet/>
      <dgm:spPr/>
      <dgm:t>
        <a:bodyPr/>
        <a:lstStyle/>
        <a:p>
          <a:endParaRPr lang="en-US"/>
        </a:p>
      </dgm:t>
    </dgm:pt>
    <dgm:pt modelId="{060A40DF-47DA-46D9-A3F4-04321B34985A}">
      <dgm:prSet/>
      <dgm:spPr/>
      <dgm:t>
        <a:bodyPr/>
        <a:lstStyle/>
        <a:p>
          <a:pPr>
            <a:defRPr cap="all"/>
          </a:pPr>
          <a:r>
            <a:rPr lang="en-US"/>
            <a:t>Training score checks bias.</a:t>
          </a:r>
        </a:p>
      </dgm:t>
    </dgm:pt>
    <dgm:pt modelId="{969ADD37-B6C3-4CCA-9414-F0D34D1E25F7}" type="parTrans" cxnId="{2348638E-1FFA-4B28-97A7-8FF2EB7AA04B}">
      <dgm:prSet/>
      <dgm:spPr/>
      <dgm:t>
        <a:bodyPr/>
        <a:lstStyle/>
        <a:p>
          <a:endParaRPr lang="en-US"/>
        </a:p>
      </dgm:t>
    </dgm:pt>
    <dgm:pt modelId="{9D0368DB-F42C-436A-AF7E-9DFEC038540A}" type="sibTrans" cxnId="{2348638E-1FFA-4B28-97A7-8FF2EB7AA04B}">
      <dgm:prSet/>
      <dgm:spPr/>
      <dgm:t>
        <a:bodyPr/>
        <a:lstStyle/>
        <a:p>
          <a:endParaRPr lang="en-US"/>
        </a:p>
      </dgm:t>
    </dgm:pt>
    <dgm:pt modelId="{6EF55C10-5A65-4FAE-934F-79C0AAC57A71}">
      <dgm:prSet/>
      <dgm:spPr/>
      <dgm:t>
        <a:bodyPr/>
        <a:lstStyle/>
        <a:p>
          <a:pPr>
            <a:defRPr cap="all"/>
          </a:pPr>
          <a:r>
            <a:rPr lang="en-US"/>
            <a:t>Testing score checks variance.</a:t>
          </a:r>
        </a:p>
      </dgm:t>
    </dgm:pt>
    <dgm:pt modelId="{F9255F5A-7E67-4DC6-94F3-CF9F7A955691}" type="parTrans" cxnId="{56A68955-6BC8-4037-9F7E-677DC7F3C021}">
      <dgm:prSet/>
      <dgm:spPr/>
      <dgm:t>
        <a:bodyPr/>
        <a:lstStyle/>
        <a:p>
          <a:endParaRPr lang="en-US"/>
        </a:p>
      </dgm:t>
    </dgm:pt>
    <dgm:pt modelId="{72F8452E-46A8-4B16-80DE-315F8D507DAA}" type="sibTrans" cxnId="{56A68955-6BC8-4037-9F7E-677DC7F3C021}">
      <dgm:prSet/>
      <dgm:spPr/>
      <dgm:t>
        <a:bodyPr/>
        <a:lstStyle/>
        <a:p>
          <a:endParaRPr lang="en-US"/>
        </a:p>
      </dgm:t>
    </dgm:pt>
    <dgm:pt modelId="{24985F71-8162-4F90-80DE-8C2CDCAD29FC}">
      <dgm:prSet/>
      <dgm:spPr/>
      <dgm:t>
        <a:bodyPr/>
        <a:lstStyle/>
        <a:p>
          <a:pPr>
            <a:defRPr cap="all"/>
          </a:pPr>
          <a:r>
            <a:rPr lang="en-US"/>
            <a:t>Closer values indicate a good model.</a:t>
          </a:r>
        </a:p>
      </dgm:t>
    </dgm:pt>
    <dgm:pt modelId="{1064AC7F-1354-4853-949E-0B89A6DA2818}" type="parTrans" cxnId="{FEED1724-131B-4929-97F9-92461BD060A3}">
      <dgm:prSet/>
      <dgm:spPr/>
      <dgm:t>
        <a:bodyPr/>
        <a:lstStyle/>
        <a:p>
          <a:endParaRPr lang="en-US"/>
        </a:p>
      </dgm:t>
    </dgm:pt>
    <dgm:pt modelId="{3D7588CA-E953-469C-8033-0E06827A9813}" type="sibTrans" cxnId="{FEED1724-131B-4929-97F9-92461BD060A3}">
      <dgm:prSet/>
      <dgm:spPr/>
      <dgm:t>
        <a:bodyPr/>
        <a:lstStyle/>
        <a:p>
          <a:endParaRPr lang="en-US"/>
        </a:p>
      </dgm:t>
    </dgm:pt>
    <dgm:pt modelId="{2CFD2D2C-5198-42C4-A09B-B94D9386B65F}" type="pres">
      <dgm:prSet presAssocID="{CA37CDE5-A033-4F75-83BC-6319475559C8}" presName="root" presStyleCnt="0">
        <dgm:presLayoutVars>
          <dgm:dir/>
          <dgm:resizeHandles val="exact"/>
        </dgm:presLayoutVars>
      </dgm:prSet>
      <dgm:spPr/>
    </dgm:pt>
    <dgm:pt modelId="{0D1CE9D0-B2B6-48FE-B9A2-120B2E3A22C8}" type="pres">
      <dgm:prSet presAssocID="{1E7793EB-6AFA-4F85-A92F-890B0A08D593}" presName="compNode" presStyleCnt="0"/>
      <dgm:spPr/>
    </dgm:pt>
    <dgm:pt modelId="{29846D0E-24CF-4BB4-B05B-4A798BACCC70}" type="pres">
      <dgm:prSet presAssocID="{1E7793EB-6AFA-4F85-A92F-890B0A08D593}" presName="iconBgRect" presStyleLbl="bgShp" presStyleIdx="0" presStyleCnt="4"/>
      <dgm:spPr/>
    </dgm:pt>
    <dgm:pt modelId="{0ED19023-858B-4B1A-AD43-F34BE89A78D6}" type="pres">
      <dgm:prSet presAssocID="{1E7793EB-6AFA-4F85-A92F-890B0A08D5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AB08926-2F70-45E7-A0DF-E59261753A40}" type="pres">
      <dgm:prSet presAssocID="{1E7793EB-6AFA-4F85-A92F-890B0A08D593}" presName="spaceRect" presStyleCnt="0"/>
      <dgm:spPr/>
    </dgm:pt>
    <dgm:pt modelId="{B935E19D-9608-4EAB-B516-F1FB3C93FE63}" type="pres">
      <dgm:prSet presAssocID="{1E7793EB-6AFA-4F85-A92F-890B0A08D593}" presName="textRect" presStyleLbl="revTx" presStyleIdx="0" presStyleCnt="4">
        <dgm:presLayoutVars>
          <dgm:chMax val="1"/>
          <dgm:chPref val="1"/>
        </dgm:presLayoutVars>
      </dgm:prSet>
      <dgm:spPr/>
    </dgm:pt>
    <dgm:pt modelId="{DCD088B3-D0A1-465D-B374-D932216C637F}" type="pres">
      <dgm:prSet presAssocID="{E2B3779E-D7B9-44BF-BD8A-86DE28D54208}" presName="sibTrans" presStyleCnt="0"/>
      <dgm:spPr/>
    </dgm:pt>
    <dgm:pt modelId="{1D144EE4-C423-49C7-B321-7CAFEF68BC58}" type="pres">
      <dgm:prSet presAssocID="{060A40DF-47DA-46D9-A3F4-04321B34985A}" presName="compNode" presStyleCnt="0"/>
      <dgm:spPr/>
    </dgm:pt>
    <dgm:pt modelId="{14B974FF-12F9-4662-B5F6-E7454D35D5CA}" type="pres">
      <dgm:prSet presAssocID="{060A40DF-47DA-46D9-A3F4-04321B34985A}" presName="iconBgRect" presStyleLbl="bgShp" presStyleIdx="1" presStyleCnt="4"/>
      <dgm:spPr/>
    </dgm:pt>
    <dgm:pt modelId="{00005C20-5200-4A22-A0A6-FB9D7D12A6F6}" type="pres">
      <dgm:prSet presAssocID="{060A40DF-47DA-46D9-A3F4-04321B3498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6BBC225-2DF4-4AF9-AB66-5A76005760E9}" type="pres">
      <dgm:prSet presAssocID="{060A40DF-47DA-46D9-A3F4-04321B34985A}" presName="spaceRect" presStyleCnt="0"/>
      <dgm:spPr/>
    </dgm:pt>
    <dgm:pt modelId="{C59BD5C3-23E5-40E8-A78E-CFAD03C28C50}" type="pres">
      <dgm:prSet presAssocID="{060A40DF-47DA-46D9-A3F4-04321B34985A}" presName="textRect" presStyleLbl="revTx" presStyleIdx="1" presStyleCnt="4">
        <dgm:presLayoutVars>
          <dgm:chMax val="1"/>
          <dgm:chPref val="1"/>
        </dgm:presLayoutVars>
      </dgm:prSet>
      <dgm:spPr/>
    </dgm:pt>
    <dgm:pt modelId="{14010F9D-9B2B-43D2-AEC4-A02060502C38}" type="pres">
      <dgm:prSet presAssocID="{9D0368DB-F42C-436A-AF7E-9DFEC038540A}" presName="sibTrans" presStyleCnt="0"/>
      <dgm:spPr/>
    </dgm:pt>
    <dgm:pt modelId="{83C5239D-4028-4502-BBBA-39E60453FDD8}" type="pres">
      <dgm:prSet presAssocID="{6EF55C10-5A65-4FAE-934F-79C0AAC57A71}" presName="compNode" presStyleCnt="0"/>
      <dgm:spPr/>
    </dgm:pt>
    <dgm:pt modelId="{90EB2C7C-1B94-42C0-86D7-DD02DDA8D614}" type="pres">
      <dgm:prSet presAssocID="{6EF55C10-5A65-4FAE-934F-79C0AAC57A71}" presName="iconBgRect" presStyleLbl="bgShp" presStyleIdx="2" presStyleCnt="4"/>
      <dgm:spPr/>
    </dgm:pt>
    <dgm:pt modelId="{6DF1501B-77E7-438F-A6EF-3EC88E1AB066}" type="pres">
      <dgm:prSet presAssocID="{6EF55C10-5A65-4FAE-934F-79C0AAC57A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B7B42B5-C873-47D6-A99A-2AEF92AC0C22}" type="pres">
      <dgm:prSet presAssocID="{6EF55C10-5A65-4FAE-934F-79C0AAC57A71}" presName="spaceRect" presStyleCnt="0"/>
      <dgm:spPr/>
    </dgm:pt>
    <dgm:pt modelId="{21E168A2-C474-4EDB-8669-14DE2825C9DC}" type="pres">
      <dgm:prSet presAssocID="{6EF55C10-5A65-4FAE-934F-79C0AAC57A71}" presName="textRect" presStyleLbl="revTx" presStyleIdx="2" presStyleCnt="4">
        <dgm:presLayoutVars>
          <dgm:chMax val="1"/>
          <dgm:chPref val="1"/>
        </dgm:presLayoutVars>
      </dgm:prSet>
      <dgm:spPr/>
    </dgm:pt>
    <dgm:pt modelId="{7547287C-816E-4DD3-A19D-96192C52300C}" type="pres">
      <dgm:prSet presAssocID="{72F8452E-46A8-4B16-80DE-315F8D507DAA}" presName="sibTrans" presStyleCnt="0"/>
      <dgm:spPr/>
    </dgm:pt>
    <dgm:pt modelId="{738A7A86-AC5B-4F11-BBCE-72DDE85502DC}" type="pres">
      <dgm:prSet presAssocID="{24985F71-8162-4F90-80DE-8C2CDCAD29FC}" presName="compNode" presStyleCnt="0"/>
      <dgm:spPr/>
    </dgm:pt>
    <dgm:pt modelId="{CC2D0BAF-FCE8-4742-9822-A80E99BF18CF}" type="pres">
      <dgm:prSet presAssocID="{24985F71-8162-4F90-80DE-8C2CDCAD29FC}" presName="iconBgRect" presStyleLbl="bgShp" presStyleIdx="3" presStyleCnt="4"/>
      <dgm:spPr/>
    </dgm:pt>
    <dgm:pt modelId="{96DCFCF1-301E-4CDE-8549-51EFF1482585}" type="pres">
      <dgm:prSet presAssocID="{24985F71-8162-4F90-80DE-8C2CDCAD29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3AF9A30-2A71-45EC-ABE4-64DA102BD13B}" type="pres">
      <dgm:prSet presAssocID="{24985F71-8162-4F90-80DE-8C2CDCAD29FC}" presName="spaceRect" presStyleCnt="0"/>
      <dgm:spPr/>
    </dgm:pt>
    <dgm:pt modelId="{55E1323C-0C78-4089-A5CA-A77E74E0D0A6}" type="pres">
      <dgm:prSet presAssocID="{24985F71-8162-4F90-80DE-8C2CDCAD29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0D890F-14A0-42E5-BAF7-23EA387525F3}" type="presOf" srcId="{6EF55C10-5A65-4FAE-934F-79C0AAC57A71}" destId="{21E168A2-C474-4EDB-8669-14DE2825C9DC}" srcOrd="0" destOrd="0" presId="urn:microsoft.com/office/officeart/2018/5/layout/IconCircleLabelList"/>
    <dgm:cxn modelId="{FEED1724-131B-4929-97F9-92461BD060A3}" srcId="{CA37CDE5-A033-4F75-83BC-6319475559C8}" destId="{24985F71-8162-4F90-80DE-8C2CDCAD29FC}" srcOrd="3" destOrd="0" parTransId="{1064AC7F-1354-4853-949E-0B89A6DA2818}" sibTransId="{3D7588CA-E953-469C-8033-0E06827A9813}"/>
    <dgm:cxn modelId="{D39F033E-5065-4745-A5B6-41EA6507694C}" srcId="{CA37CDE5-A033-4F75-83BC-6319475559C8}" destId="{1E7793EB-6AFA-4F85-A92F-890B0A08D593}" srcOrd="0" destOrd="0" parTransId="{F31B17F1-EB2B-4D17-9DFC-923C3E1CF3A9}" sibTransId="{E2B3779E-D7B9-44BF-BD8A-86DE28D54208}"/>
    <dgm:cxn modelId="{59EFFC44-E986-49F3-883C-CE2003853408}" type="presOf" srcId="{060A40DF-47DA-46D9-A3F4-04321B34985A}" destId="{C59BD5C3-23E5-40E8-A78E-CFAD03C28C50}" srcOrd="0" destOrd="0" presId="urn:microsoft.com/office/officeart/2018/5/layout/IconCircleLabelList"/>
    <dgm:cxn modelId="{56A68955-6BC8-4037-9F7E-677DC7F3C021}" srcId="{CA37CDE5-A033-4F75-83BC-6319475559C8}" destId="{6EF55C10-5A65-4FAE-934F-79C0AAC57A71}" srcOrd="2" destOrd="0" parTransId="{F9255F5A-7E67-4DC6-94F3-CF9F7A955691}" sibTransId="{72F8452E-46A8-4B16-80DE-315F8D507DAA}"/>
    <dgm:cxn modelId="{2348638E-1FFA-4B28-97A7-8FF2EB7AA04B}" srcId="{CA37CDE5-A033-4F75-83BC-6319475559C8}" destId="{060A40DF-47DA-46D9-A3F4-04321B34985A}" srcOrd="1" destOrd="0" parTransId="{969ADD37-B6C3-4CCA-9414-F0D34D1E25F7}" sibTransId="{9D0368DB-F42C-436A-AF7E-9DFEC038540A}"/>
    <dgm:cxn modelId="{C1BC10A1-BB6D-44B7-B36F-6A5ECA9AF733}" type="presOf" srcId="{24985F71-8162-4F90-80DE-8C2CDCAD29FC}" destId="{55E1323C-0C78-4089-A5CA-A77E74E0D0A6}" srcOrd="0" destOrd="0" presId="urn:microsoft.com/office/officeart/2018/5/layout/IconCircleLabelList"/>
    <dgm:cxn modelId="{90D4D3B6-BFD7-422E-B433-BD57B0D738DC}" type="presOf" srcId="{CA37CDE5-A033-4F75-83BC-6319475559C8}" destId="{2CFD2D2C-5198-42C4-A09B-B94D9386B65F}" srcOrd="0" destOrd="0" presId="urn:microsoft.com/office/officeart/2018/5/layout/IconCircleLabelList"/>
    <dgm:cxn modelId="{C8DDC1DE-597F-49F7-A38C-A0B701EE3007}" type="presOf" srcId="{1E7793EB-6AFA-4F85-A92F-890B0A08D593}" destId="{B935E19D-9608-4EAB-B516-F1FB3C93FE63}" srcOrd="0" destOrd="0" presId="urn:microsoft.com/office/officeart/2018/5/layout/IconCircleLabelList"/>
    <dgm:cxn modelId="{16703D6D-43DF-439B-B475-263290DCAE49}" type="presParOf" srcId="{2CFD2D2C-5198-42C4-A09B-B94D9386B65F}" destId="{0D1CE9D0-B2B6-48FE-B9A2-120B2E3A22C8}" srcOrd="0" destOrd="0" presId="urn:microsoft.com/office/officeart/2018/5/layout/IconCircleLabelList"/>
    <dgm:cxn modelId="{F4AA6E22-C78F-48E0-935F-EC6F62D4807F}" type="presParOf" srcId="{0D1CE9D0-B2B6-48FE-B9A2-120B2E3A22C8}" destId="{29846D0E-24CF-4BB4-B05B-4A798BACCC70}" srcOrd="0" destOrd="0" presId="urn:microsoft.com/office/officeart/2018/5/layout/IconCircleLabelList"/>
    <dgm:cxn modelId="{6B1FE94A-6665-42F4-8F9E-D14542F3D754}" type="presParOf" srcId="{0D1CE9D0-B2B6-48FE-B9A2-120B2E3A22C8}" destId="{0ED19023-858B-4B1A-AD43-F34BE89A78D6}" srcOrd="1" destOrd="0" presId="urn:microsoft.com/office/officeart/2018/5/layout/IconCircleLabelList"/>
    <dgm:cxn modelId="{082EE8D8-4F72-4937-A92E-058DDA70EAEA}" type="presParOf" srcId="{0D1CE9D0-B2B6-48FE-B9A2-120B2E3A22C8}" destId="{7AB08926-2F70-45E7-A0DF-E59261753A40}" srcOrd="2" destOrd="0" presId="urn:microsoft.com/office/officeart/2018/5/layout/IconCircleLabelList"/>
    <dgm:cxn modelId="{82EE0A91-5BAE-40E6-BDAA-DDA43998EDF2}" type="presParOf" srcId="{0D1CE9D0-B2B6-48FE-B9A2-120B2E3A22C8}" destId="{B935E19D-9608-4EAB-B516-F1FB3C93FE63}" srcOrd="3" destOrd="0" presId="urn:microsoft.com/office/officeart/2018/5/layout/IconCircleLabelList"/>
    <dgm:cxn modelId="{87FB8909-33F2-40E8-A2A4-AD96E25A463D}" type="presParOf" srcId="{2CFD2D2C-5198-42C4-A09B-B94D9386B65F}" destId="{DCD088B3-D0A1-465D-B374-D932216C637F}" srcOrd="1" destOrd="0" presId="urn:microsoft.com/office/officeart/2018/5/layout/IconCircleLabelList"/>
    <dgm:cxn modelId="{8D8276EB-7D2A-4FCA-8E2A-E6A20C33A025}" type="presParOf" srcId="{2CFD2D2C-5198-42C4-A09B-B94D9386B65F}" destId="{1D144EE4-C423-49C7-B321-7CAFEF68BC58}" srcOrd="2" destOrd="0" presId="urn:microsoft.com/office/officeart/2018/5/layout/IconCircleLabelList"/>
    <dgm:cxn modelId="{F9911BC1-C4AD-4989-9C3E-33503230D46B}" type="presParOf" srcId="{1D144EE4-C423-49C7-B321-7CAFEF68BC58}" destId="{14B974FF-12F9-4662-B5F6-E7454D35D5CA}" srcOrd="0" destOrd="0" presId="urn:microsoft.com/office/officeart/2018/5/layout/IconCircleLabelList"/>
    <dgm:cxn modelId="{7B2AA169-DC03-49EF-B0ED-E514E4E8D52B}" type="presParOf" srcId="{1D144EE4-C423-49C7-B321-7CAFEF68BC58}" destId="{00005C20-5200-4A22-A0A6-FB9D7D12A6F6}" srcOrd="1" destOrd="0" presId="urn:microsoft.com/office/officeart/2018/5/layout/IconCircleLabelList"/>
    <dgm:cxn modelId="{FFB9FA6E-AD7A-4F90-84C2-A3923F07A957}" type="presParOf" srcId="{1D144EE4-C423-49C7-B321-7CAFEF68BC58}" destId="{D6BBC225-2DF4-4AF9-AB66-5A76005760E9}" srcOrd="2" destOrd="0" presId="urn:microsoft.com/office/officeart/2018/5/layout/IconCircleLabelList"/>
    <dgm:cxn modelId="{40B087A1-299C-451D-BEEE-BFD109097E65}" type="presParOf" srcId="{1D144EE4-C423-49C7-B321-7CAFEF68BC58}" destId="{C59BD5C3-23E5-40E8-A78E-CFAD03C28C50}" srcOrd="3" destOrd="0" presId="urn:microsoft.com/office/officeart/2018/5/layout/IconCircleLabelList"/>
    <dgm:cxn modelId="{2BC7208F-2FA6-4C72-B20C-CC27C805A952}" type="presParOf" srcId="{2CFD2D2C-5198-42C4-A09B-B94D9386B65F}" destId="{14010F9D-9B2B-43D2-AEC4-A02060502C38}" srcOrd="3" destOrd="0" presId="urn:microsoft.com/office/officeart/2018/5/layout/IconCircleLabelList"/>
    <dgm:cxn modelId="{0B4A5AE0-151C-4FD5-82BC-FCBE025537C4}" type="presParOf" srcId="{2CFD2D2C-5198-42C4-A09B-B94D9386B65F}" destId="{83C5239D-4028-4502-BBBA-39E60453FDD8}" srcOrd="4" destOrd="0" presId="urn:microsoft.com/office/officeart/2018/5/layout/IconCircleLabelList"/>
    <dgm:cxn modelId="{18AAAEEC-AFE5-4DBF-BF9A-1488671303D6}" type="presParOf" srcId="{83C5239D-4028-4502-BBBA-39E60453FDD8}" destId="{90EB2C7C-1B94-42C0-86D7-DD02DDA8D614}" srcOrd="0" destOrd="0" presId="urn:microsoft.com/office/officeart/2018/5/layout/IconCircleLabelList"/>
    <dgm:cxn modelId="{E28C101D-1DCF-482C-BF66-AF0C86CD6B4C}" type="presParOf" srcId="{83C5239D-4028-4502-BBBA-39E60453FDD8}" destId="{6DF1501B-77E7-438F-A6EF-3EC88E1AB066}" srcOrd="1" destOrd="0" presId="urn:microsoft.com/office/officeart/2018/5/layout/IconCircleLabelList"/>
    <dgm:cxn modelId="{D7A9846E-F01A-454C-9C4E-0066395EB5C8}" type="presParOf" srcId="{83C5239D-4028-4502-BBBA-39E60453FDD8}" destId="{9B7B42B5-C873-47D6-A99A-2AEF92AC0C22}" srcOrd="2" destOrd="0" presId="urn:microsoft.com/office/officeart/2018/5/layout/IconCircleLabelList"/>
    <dgm:cxn modelId="{97E3D436-640D-42FA-853E-4E8830A546B0}" type="presParOf" srcId="{83C5239D-4028-4502-BBBA-39E60453FDD8}" destId="{21E168A2-C474-4EDB-8669-14DE2825C9DC}" srcOrd="3" destOrd="0" presId="urn:microsoft.com/office/officeart/2018/5/layout/IconCircleLabelList"/>
    <dgm:cxn modelId="{D13F5063-0F3C-458A-BEFB-34B72151C29E}" type="presParOf" srcId="{2CFD2D2C-5198-42C4-A09B-B94D9386B65F}" destId="{7547287C-816E-4DD3-A19D-96192C52300C}" srcOrd="5" destOrd="0" presId="urn:microsoft.com/office/officeart/2018/5/layout/IconCircleLabelList"/>
    <dgm:cxn modelId="{32D7647F-D53B-41FD-BF96-A9B4C6DC9D48}" type="presParOf" srcId="{2CFD2D2C-5198-42C4-A09B-B94D9386B65F}" destId="{738A7A86-AC5B-4F11-BBCE-72DDE85502DC}" srcOrd="6" destOrd="0" presId="urn:microsoft.com/office/officeart/2018/5/layout/IconCircleLabelList"/>
    <dgm:cxn modelId="{465BDE87-EF7E-4B32-BCBF-612C7A89F99B}" type="presParOf" srcId="{738A7A86-AC5B-4F11-BBCE-72DDE85502DC}" destId="{CC2D0BAF-FCE8-4742-9822-A80E99BF18CF}" srcOrd="0" destOrd="0" presId="urn:microsoft.com/office/officeart/2018/5/layout/IconCircleLabelList"/>
    <dgm:cxn modelId="{342FFD08-1D1A-46E0-AB7C-8A13B126596E}" type="presParOf" srcId="{738A7A86-AC5B-4F11-BBCE-72DDE85502DC}" destId="{96DCFCF1-301E-4CDE-8549-51EFF1482585}" srcOrd="1" destOrd="0" presId="urn:microsoft.com/office/officeart/2018/5/layout/IconCircleLabelList"/>
    <dgm:cxn modelId="{3B782B4C-9D24-4ACA-B03E-DA7937524635}" type="presParOf" srcId="{738A7A86-AC5B-4F11-BBCE-72DDE85502DC}" destId="{B3AF9A30-2A71-45EC-ABE4-64DA102BD13B}" srcOrd="2" destOrd="0" presId="urn:microsoft.com/office/officeart/2018/5/layout/IconCircleLabelList"/>
    <dgm:cxn modelId="{20AFFAFA-1700-4870-B45C-064CEE10523C}" type="presParOf" srcId="{738A7A86-AC5B-4F11-BBCE-72DDE85502DC}" destId="{55E1323C-0C78-4089-A5CA-A77E74E0D0A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9C2DF-C130-44AB-AB9A-5BA250EFAD5A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AD7EA-5CDC-45AB-AA0D-41CCBC1AFE1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Simple Linear Regression Model</a:t>
          </a:r>
        </a:p>
      </dsp:txBody>
      <dsp:txXfrm>
        <a:off x="298991" y="1277365"/>
        <a:ext cx="2219346" cy="1377989"/>
      </dsp:txXfrm>
    </dsp:sp>
    <dsp:sp modelId="{33F4FB3C-CBEC-4CAA-8313-30993D2FB07E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0132-75D0-4B75-91B8-96059EB04BE8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Salary Prediction Based on Experience</a:t>
          </a:r>
        </a:p>
      </dsp:txBody>
      <dsp:txXfrm>
        <a:off x="3116322" y="1277365"/>
        <a:ext cx="2219346" cy="1377989"/>
      </dsp:txXfrm>
    </dsp:sp>
    <dsp:sp modelId="{C10410F2-8567-4F57-9303-4C6952AF2322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1ED7A-3857-46AF-AC8D-FE0E6FC00565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project demonstrates how a machine learning model predicts salary using years of experience.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76247-4C88-4406-B4E4-FA49DE0CC999}">
      <dsp:nvSpPr>
        <dsp:cNvPr id="0" name=""/>
        <dsp:cNvSpPr/>
      </dsp:nvSpPr>
      <dsp:spPr>
        <a:xfrm>
          <a:off x="2134619" y="1450613"/>
          <a:ext cx="91440" cy="5257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5727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6431" y="1710695"/>
        <a:ext cx="27816" cy="5563"/>
      </dsp:txXfrm>
    </dsp:sp>
    <dsp:sp modelId="{E5BEAF63-48B7-4350-8CDD-7B36E2688747}">
      <dsp:nvSpPr>
        <dsp:cNvPr id="0" name=""/>
        <dsp:cNvSpPr/>
      </dsp:nvSpPr>
      <dsp:spPr>
        <a:xfrm>
          <a:off x="970932" y="1125"/>
          <a:ext cx="2418814" cy="14512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524" tIns="124412" rIns="118524" bIns="12441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NumPy, Pandas, and Matplotlib are used for numerical operations, data handling, and visualization.</a:t>
          </a:r>
        </a:p>
      </dsp:txBody>
      <dsp:txXfrm>
        <a:off x="970932" y="1125"/>
        <a:ext cx="2418814" cy="1451288"/>
      </dsp:txXfrm>
    </dsp:sp>
    <dsp:sp modelId="{437B7C07-541C-4EA1-B026-E590724F3FA3}">
      <dsp:nvSpPr>
        <dsp:cNvPr id="0" name=""/>
        <dsp:cNvSpPr/>
      </dsp:nvSpPr>
      <dsp:spPr>
        <a:xfrm>
          <a:off x="970932" y="2008741"/>
          <a:ext cx="2418814" cy="14512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524" tIns="124412" rIns="118524" bIns="12441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scikit-learn is used for splitting data and training the model.</a:t>
          </a:r>
        </a:p>
      </dsp:txBody>
      <dsp:txXfrm>
        <a:off x="970932" y="2008741"/>
        <a:ext cx="2418814" cy="1451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5FCB4-0883-486F-A2B8-F58F1B9BF36E}">
      <dsp:nvSpPr>
        <dsp:cNvPr id="0" name=""/>
        <dsp:cNvSpPr/>
      </dsp:nvSpPr>
      <dsp:spPr>
        <a:xfrm>
          <a:off x="576" y="176435"/>
          <a:ext cx="2024175" cy="1285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33B6A4B-231E-4727-854C-421172E69FE3}">
      <dsp:nvSpPr>
        <dsp:cNvPr id="0" name=""/>
        <dsp:cNvSpPr/>
      </dsp:nvSpPr>
      <dsp:spPr>
        <a:xfrm>
          <a:off x="225485" y="390098"/>
          <a:ext cx="2024175" cy="12853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CSV file containing Years of Experience and Salary is loaded using Pandas.</a:t>
          </a:r>
        </a:p>
      </dsp:txBody>
      <dsp:txXfrm>
        <a:off x="263132" y="427745"/>
        <a:ext cx="1948881" cy="1210057"/>
      </dsp:txXfrm>
    </dsp:sp>
    <dsp:sp modelId="{5FB5F695-5B19-4C45-ACD4-F74D383EC7A2}">
      <dsp:nvSpPr>
        <dsp:cNvPr id="0" name=""/>
        <dsp:cNvSpPr/>
      </dsp:nvSpPr>
      <dsp:spPr>
        <a:xfrm>
          <a:off x="2474568" y="176435"/>
          <a:ext cx="2024175" cy="1285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4B08D3E-ED7C-4ACA-A42E-2351FE5E6086}">
      <dsp:nvSpPr>
        <dsp:cNvPr id="0" name=""/>
        <dsp:cNvSpPr/>
      </dsp:nvSpPr>
      <dsp:spPr>
        <a:xfrm>
          <a:off x="2699477" y="390098"/>
          <a:ext cx="2024175" cy="12853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This allows us to work with structured tabular data.</a:t>
          </a:r>
        </a:p>
      </dsp:txBody>
      <dsp:txXfrm>
        <a:off x="2737124" y="427745"/>
        <a:ext cx="1948881" cy="12100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FA594-9F09-485A-A535-73468C2F023F}">
      <dsp:nvSpPr>
        <dsp:cNvPr id="0" name=""/>
        <dsp:cNvSpPr/>
      </dsp:nvSpPr>
      <dsp:spPr>
        <a:xfrm>
          <a:off x="1130720" y="660"/>
          <a:ext cx="947882" cy="9478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C5B10-B6A5-4EC1-8639-1476BD98F239}">
      <dsp:nvSpPr>
        <dsp:cNvPr id="0" name=""/>
        <dsp:cNvSpPr/>
      </dsp:nvSpPr>
      <dsp:spPr>
        <a:xfrm>
          <a:off x="1332728" y="202668"/>
          <a:ext cx="543867" cy="5438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3C941-FEF0-45C7-BA7B-D743BBC32AA6}">
      <dsp:nvSpPr>
        <dsp:cNvPr id="0" name=""/>
        <dsp:cNvSpPr/>
      </dsp:nvSpPr>
      <dsp:spPr>
        <a:xfrm>
          <a:off x="827708" y="1243785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X (features): Years of Experience</a:t>
          </a:r>
        </a:p>
      </dsp:txBody>
      <dsp:txXfrm>
        <a:off x="827708" y="1243785"/>
        <a:ext cx="1553906" cy="621562"/>
      </dsp:txXfrm>
    </dsp:sp>
    <dsp:sp modelId="{EEF6051F-396D-4B0D-B01C-2AB2F92210F1}">
      <dsp:nvSpPr>
        <dsp:cNvPr id="0" name=""/>
        <dsp:cNvSpPr/>
      </dsp:nvSpPr>
      <dsp:spPr>
        <a:xfrm>
          <a:off x="2956560" y="660"/>
          <a:ext cx="947882" cy="9478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8DC55-3A67-4A2A-9B6A-05DAA5C8CD3E}">
      <dsp:nvSpPr>
        <dsp:cNvPr id="0" name=""/>
        <dsp:cNvSpPr/>
      </dsp:nvSpPr>
      <dsp:spPr>
        <a:xfrm>
          <a:off x="3158568" y="202668"/>
          <a:ext cx="543867" cy="5438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776E5-EA0D-431A-9F9D-5DAD4B9D4A41}">
      <dsp:nvSpPr>
        <dsp:cNvPr id="0" name=""/>
        <dsp:cNvSpPr/>
      </dsp:nvSpPr>
      <dsp:spPr>
        <a:xfrm>
          <a:off x="2653548" y="1243785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Y (target): Salary</a:t>
          </a:r>
        </a:p>
      </dsp:txBody>
      <dsp:txXfrm>
        <a:off x="2653548" y="1243785"/>
        <a:ext cx="1553906" cy="621562"/>
      </dsp:txXfrm>
    </dsp:sp>
    <dsp:sp modelId="{E9FB19B3-0C03-4A7D-98B8-4B2BC9B99946}">
      <dsp:nvSpPr>
        <dsp:cNvPr id="0" name=""/>
        <dsp:cNvSpPr/>
      </dsp:nvSpPr>
      <dsp:spPr>
        <a:xfrm>
          <a:off x="2043640" y="2253824"/>
          <a:ext cx="947882" cy="9478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861CD-AD28-4ECC-943E-B296B155DAAE}">
      <dsp:nvSpPr>
        <dsp:cNvPr id="0" name=""/>
        <dsp:cNvSpPr/>
      </dsp:nvSpPr>
      <dsp:spPr>
        <a:xfrm>
          <a:off x="2245648" y="2455832"/>
          <a:ext cx="543867" cy="5438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2E4A9-40F8-492C-8FB9-5577BB8C08D0}">
      <dsp:nvSpPr>
        <dsp:cNvPr id="0" name=""/>
        <dsp:cNvSpPr/>
      </dsp:nvSpPr>
      <dsp:spPr>
        <a:xfrm>
          <a:off x="1740628" y="3496949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This separation is required for supervised learning.</a:t>
          </a:r>
        </a:p>
      </dsp:txBody>
      <dsp:txXfrm>
        <a:off x="1740628" y="3496949"/>
        <a:ext cx="1553906" cy="6215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ED9B8-9D5C-4F5E-A1E4-875A1A3B06FB}">
      <dsp:nvSpPr>
        <dsp:cNvPr id="0" name=""/>
        <dsp:cNvSpPr/>
      </dsp:nvSpPr>
      <dsp:spPr>
        <a:xfrm>
          <a:off x="699015" y="93747"/>
          <a:ext cx="755419" cy="7554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59FF2-43E6-457E-B7EA-A79861379E6F}">
      <dsp:nvSpPr>
        <dsp:cNvPr id="0" name=""/>
        <dsp:cNvSpPr/>
      </dsp:nvSpPr>
      <dsp:spPr>
        <a:xfrm>
          <a:off x="237369" y="1101125"/>
          <a:ext cx="1678710" cy="67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dataset is split into 80% training and 20% testing data.</a:t>
          </a:r>
        </a:p>
      </dsp:txBody>
      <dsp:txXfrm>
        <a:off x="237369" y="1101125"/>
        <a:ext cx="1678710" cy="671484"/>
      </dsp:txXfrm>
    </dsp:sp>
    <dsp:sp modelId="{96CDDA7A-F081-4B83-A7EC-73941D64D1D3}">
      <dsp:nvSpPr>
        <dsp:cNvPr id="0" name=""/>
        <dsp:cNvSpPr/>
      </dsp:nvSpPr>
      <dsp:spPr>
        <a:xfrm>
          <a:off x="2671500" y="93747"/>
          <a:ext cx="755419" cy="7554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A4D61-0B4E-4CF0-AA57-CE0D4ABA96D6}">
      <dsp:nvSpPr>
        <dsp:cNvPr id="0" name=""/>
        <dsp:cNvSpPr/>
      </dsp:nvSpPr>
      <dsp:spPr>
        <a:xfrm>
          <a:off x="2209855" y="1101125"/>
          <a:ext cx="1678710" cy="67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helps evaluate model performance on unseen data.</a:t>
          </a:r>
        </a:p>
      </dsp:txBody>
      <dsp:txXfrm>
        <a:off x="2209855" y="1101125"/>
        <a:ext cx="1678710" cy="6714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08AA3-AC30-4D67-8D2C-22222D08A7DD}">
      <dsp:nvSpPr>
        <dsp:cNvPr id="0" name=""/>
        <dsp:cNvSpPr/>
      </dsp:nvSpPr>
      <dsp:spPr>
        <a:xfrm>
          <a:off x="884935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10D0D-310C-40EC-9DE5-6C9172944F0A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81ADC-2A58-439E-A082-5260BC741CAD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The trained model predicts salaries for the test dataset.</a:t>
          </a:r>
        </a:p>
      </dsp:txBody>
      <dsp:txXfrm>
        <a:off x="182935" y="3176402"/>
        <a:ext cx="3600000" cy="720000"/>
      </dsp:txXfrm>
    </dsp:sp>
    <dsp:sp modelId="{5DAA5345-1223-4727-BC0D-F8FE51B82941}">
      <dsp:nvSpPr>
        <dsp:cNvPr id="0" name=""/>
        <dsp:cNvSpPr/>
      </dsp:nvSpPr>
      <dsp:spPr>
        <a:xfrm>
          <a:off x="5114935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A15BB-441B-4BE7-BFAD-2B129822F982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F31CE-D61D-49A9-980E-BD82E2B7F959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Predictions are compared with actual values.</a:t>
          </a:r>
        </a:p>
      </dsp:txBody>
      <dsp:txXfrm>
        <a:off x="4412935" y="3176402"/>
        <a:ext cx="36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90A84-B764-4D75-B5CF-D32EE08757DD}">
      <dsp:nvSpPr>
        <dsp:cNvPr id="0" name=""/>
        <dsp:cNvSpPr/>
      </dsp:nvSpPr>
      <dsp:spPr>
        <a:xfrm>
          <a:off x="0" y="74888"/>
          <a:ext cx="2510222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 dots show actual salaries.</a:t>
          </a:r>
        </a:p>
      </dsp:txBody>
      <dsp:txXfrm>
        <a:off x="51885" y="126773"/>
        <a:ext cx="2406452" cy="959101"/>
      </dsp:txXfrm>
    </dsp:sp>
    <dsp:sp modelId="{19A59997-8B70-4D88-8C08-CB7525CECAF1}">
      <dsp:nvSpPr>
        <dsp:cNvPr id="0" name=""/>
        <dsp:cNvSpPr/>
      </dsp:nvSpPr>
      <dsp:spPr>
        <a:xfrm>
          <a:off x="0" y="1192480"/>
          <a:ext cx="2510222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Blue line shows regression line.</a:t>
          </a:r>
        </a:p>
      </dsp:txBody>
      <dsp:txXfrm>
        <a:off x="51885" y="1244365"/>
        <a:ext cx="2406452" cy="959101"/>
      </dsp:txXfrm>
    </dsp:sp>
    <dsp:sp modelId="{D10CFE03-D97E-4CD7-AEF0-A17A0C511F66}">
      <dsp:nvSpPr>
        <dsp:cNvPr id="0" name=""/>
        <dsp:cNvSpPr/>
      </dsp:nvSpPr>
      <dsp:spPr>
        <a:xfrm>
          <a:off x="0" y="2310071"/>
          <a:ext cx="2510222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visualizes how well the model fits the data.</a:t>
          </a:r>
        </a:p>
      </dsp:txBody>
      <dsp:txXfrm>
        <a:off x="51885" y="2361956"/>
        <a:ext cx="2406452" cy="9591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85C9C-1E2D-4499-828A-D20678016353}">
      <dsp:nvSpPr>
        <dsp:cNvPr id="0" name=""/>
        <dsp:cNvSpPr/>
      </dsp:nvSpPr>
      <dsp:spPr>
        <a:xfrm>
          <a:off x="0" y="426025"/>
          <a:ext cx="2591866" cy="12647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Slope (m): Rate of salary increase per year.</a:t>
          </a:r>
        </a:p>
      </dsp:txBody>
      <dsp:txXfrm>
        <a:off x="61741" y="487766"/>
        <a:ext cx="2468384" cy="1141288"/>
      </dsp:txXfrm>
    </dsp:sp>
    <dsp:sp modelId="{5D3663CB-D2C4-447F-8B4C-8F3D4807F6A5}">
      <dsp:nvSpPr>
        <dsp:cNvPr id="0" name=""/>
        <dsp:cNvSpPr/>
      </dsp:nvSpPr>
      <dsp:spPr>
        <a:xfrm>
          <a:off x="0" y="1757036"/>
          <a:ext cx="2591866" cy="12647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Intercept (c): Base salary when experience is zero.</a:t>
          </a:r>
        </a:p>
      </dsp:txBody>
      <dsp:txXfrm>
        <a:off x="61741" y="1818777"/>
        <a:ext cx="2468384" cy="11412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46D0E-24CF-4BB4-B05B-4A798BACCC7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19023-858B-4B1A-AD43-F34BE89A78D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5E19D-9608-4EAB-B516-F1FB3C93FE6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R² score measures accuracy.</a:t>
          </a:r>
        </a:p>
      </dsp:txBody>
      <dsp:txXfrm>
        <a:off x="25435" y="2456402"/>
        <a:ext cx="1800000" cy="720000"/>
      </dsp:txXfrm>
    </dsp:sp>
    <dsp:sp modelId="{14B974FF-12F9-4662-B5F6-E7454D35D5C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05C20-5200-4A22-A0A6-FB9D7D12A6F6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BD5C3-23E5-40E8-A78E-CFAD03C28C5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Training score checks bias.</a:t>
          </a:r>
        </a:p>
      </dsp:txBody>
      <dsp:txXfrm>
        <a:off x="2140435" y="2456402"/>
        <a:ext cx="1800000" cy="720000"/>
      </dsp:txXfrm>
    </dsp:sp>
    <dsp:sp modelId="{90EB2C7C-1B94-42C0-86D7-DD02DDA8D61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1501B-77E7-438F-A6EF-3EC88E1AB06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168A2-C474-4EDB-8669-14DE2825C9D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Testing score checks variance.</a:t>
          </a:r>
        </a:p>
      </dsp:txBody>
      <dsp:txXfrm>
        <a:off x="4255435" y="2456402"/>
        <a:ext cx="1800000" cy="720000"/>
      </dsp:txXfrm>
    </dsp:sp>
    <dsp:sp modelId="{CC2D0BAF-FCE8-4742-9822-A80E99BF18CF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CFCF1-301E-4CDE-8549-51EFF1482585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1323C-0C78-4089-A5CA-A77E74E0D0A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Closer values indicate a good model.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E0E93-9D5A-4F91-9DB5-D5E686DE61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A226E-E5D7-4599-A634-4DBC13B70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2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53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69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17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27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44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9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0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11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2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Waeil Mohamadi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A226E-E5D7-4599-A634-4DBC13B704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5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WAEIL	MOHAMADI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D05A-7E41-9F50-DBCB-F520B89DA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28E23-0C04-90A0-6A6D-A243C172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32064-054E-D8BC-685E-D94552BF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30565-30B5-514E-7E02-750AE02A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D3DDE-8CD9-AA2E-13F5-EDED97BB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06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666F-8BC2-C392-ADE5-58D05E3F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FF82-7EF7-7D03-BFB2-5DF6C5D5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C1ADD-C704-6CE3-8776-00DF3D6D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AE620-C148-E03F-371A-05FF4917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4E30D-5080-F5C5-B464-ECA8186F0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60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32A8-4437-1591-ED9F-689D48C8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3097F-809A-E0BA-5F5A-83E49156E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1CED9-3A3F-2056-542E-F863ECAC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3A8A4-FB0E-45A6-7907-29F9D776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959E9-A2DF-2B79-A291-DAF66462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85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25CE-4CDA-A190-62D7-EEA6D8E9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147E1-3740-239B-DA6E-549E8371B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25EE8-6314-0A05-67E9-ED8B48B79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E9F8B-4F8A-D2E7-F6EE-E5EBF16C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B9607-89E0-5277-5BF8-4217CEEA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38B19-5536-DBAE-C3B1-C295ADB9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4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1F27-9B53-E184-38C5-59C460FD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3BD8D-FFDB-3F48-DB1F-6F99B8A8A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C63BB-2C3A-94D9-1212-F875FAC4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27499-595F-92B8-BEB5-53239A96E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E3FC01-1EDF-1A5E-0ACA-771A64D9C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EDA89-61A4-DCB1-C267-F28E8672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B4726-5468-AEB5-3232-65ACB14A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BD9BF-1534-40BD-76E1-D9512051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53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F7BF-FA6E-D153-AF12-E299435C9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38BFD-4C1C-70A2-689E-8D64F854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6FD7E-316E-2A21-B2C1-08062D4C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FD941-0B94-FE6D-3814-F515303B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47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B66C8-FCA5-D363-317E-3DE3545C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8FC25-2953-77C3-D24B-B283DAF2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135C1-F07A-956A-1CCC-83B9B2A3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72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4AC6-EF4A-A029-C4FA-88C1560D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EF909-1249-6EFD-2334-4EB9A512E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FAD34-D092-2E46-D54F-65BBC4FC0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DAA60-FB89-ECFF-E542-6F918E10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D01ED-C2B5-A223-0A84-E8A9C43A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010A4-CC9C-061E-5498-92DD4040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43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B169-2624-FEBA-CFFA-BC11DCE7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7602B-4A20-C93A-478F-5BD2913FC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67ADD-603C-5F78-0557-A45FDFFC0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B3D3B-BCB8-9D04-D41E-641FB0B6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721A2-0BBE-7F64-EE71-A80EFBB9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5CC57-452F-F9DA-2D65-C2AB0DED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755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F3CD-DDE8-0481-09F1-E4E4451F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8213A-6E5D-3C4B-57B4-1147C663B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22573-82DA-6804-C35C-326B1AA2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FC10A-A69F-3016-52B9-77F5D052E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BEE56-E8E8-A2FE-DE6A-6E358E5A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3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BBF13-2F6A-69BD-152C-092DF5736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6026C-FF05-DF4E-4A2E-5A235706C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2EBBD-A270-2FB3-11AF-9C149972D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145A0-A168-06A2-B154-1BCA0187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73A7B-89D3-EDF1-ED76-A32366C1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7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5E2D3C-AECA-60F3-A4F4-04B67098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B80E2-991C-58E1-C62B-B322B332C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6CA14-6B79-22C7-CE52-25E94C83E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5C22F-0FCE-4F8C-8888-9E090CB29B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C0A4-581B-E7C8-9250-B468918CF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7031B-947F-8DC6-921D-88A1631F4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864C3-1F8A-414F-841C-7B719C7E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4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5.jpeg"/><Relationship Id="rId9" Type="http://schemas.microsoft.com/office/2007/relationships/diagramDrawing" Target="../diagrams/drawing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6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Title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C956F1-F5E3-75F0-4D39-B14F02F35D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75149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457201"/>
            <a:ext cx="4360680" cy="1556870"/>
          </a:xfrm>
        </p:spPr>
        <p:txBody>
          <a:bodyPr anchor="b">
            <a:normAutofit/>
          </a:bodyPr>
          <a:lstStyle/>
          <a:p>
            <a:r>
              <a:rPr lang="en-US" sz="3500" dirty="0"/>
              <a:t>Import Libraries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7759A73-E89E-CCF9-882F-55CF7CF10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824" y="1238913"/>
            <a:ext cx="2784652" cy="98825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B5DC72-A6E2-5BD7-911C-948360C47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88" r="37966" b="-1"/>
          <a:stretch>
            <a:fillRect/>
          </a:stretch>
        </p:blipFill>
        <p:spPr>
          <a:xfrm>
            <a:off x="6528970" y="3375824"/>
            <a:ext cx="1224826" cy="2243263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6115049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6E3D7240-381B-9C12-E79C-90D38074E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922771"/>
              </p:ext>
            </p:extLst>
          </p:nvPr>
        </p:nvGraphicFramePr>
        <p:xfrm>
          <a:off x="852297" y="2277036"/>
          <a:ext cx="4360679" cy="3461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7C24BB6-B306-FF58-ACE8-6EAC43E50E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9562" y="2450365"/>
            <a:ext cx="3703641" cy="456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3CBEF12-C9B8-466E-A7FE-B00B9ADF4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70319"/>
            <a:ext cx="3123301" cy="1851885"/>
          </a:xfrm>
        </p:spPr>
        <p:txBody>
          <a:bodyPr>
            <a:normAutofit/>
          </a:bodyPr>
          <a:lstStyle/>
          <a:p>
            <a:r>
              <a:rPr lang="en-US" sz="3500"/>
              <a:t>Load Dataset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361CE2-98A7-8C6E-769E-B2931B5FF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58" r="4" b="19340"/>
          <a:stretch>
            <a:fillRect/>
          </a:stretch>
        </p:blipFill>
        <p:spPr>
          <a:xfrm>
            <a:off x="628649" y="1600200"/>
            <a:ext cx="3123310" cy="4709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BCA84F-F889-B300-813B-D106AB153E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5" r="9475" b="2"/>
          <a:stretch>
            <a:fillRect/>
          </a:stretch>
        </p:blipFill>
        <p:spPr>
          <a:xfrm>
            <a:off x="3891705" y="2392326"/>
            <a:ext cx="4724228" cy="3917209"/>
          </a:xfrm>
          <a:prstGeom prst="rect">
            <a:avLst/>
          </a:pr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727D19E-9F2E-8BB6-1759-4AF212915E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701182"/>
              </p:ext>
            </p:extLst>
          </p:nvPr>
        </p:nvGraphicFramePr>
        <p:xfrm>
          <a:off x="3891705" y="370319"/>
          <a:ext cx="4724229" cy="1851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E8B0834-A85E-993C-5D33-202C2E00DE70}"/>
              </a:ext>
            </a:extLst>
          </p:cNvPr>
          <p:cNvSpPr txBox="1"/>
          <p:nvPr/>
        </p:nvSpPr>
        <p:spPr>
          <a:xfrm>
            <a:off x="3891703" y="2695192"/>
            <a:ext cx="47242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future_data = pd.read_csv(r"C:\Users\waeil\OneDrive\Desktop\ML_AI\Salary_Data.csv")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/>
              <a:t>Feature &amp; Target Separation</a:t>
            </a:r>
          </a:p>
        </p:txBody>
      </p:sp>
      <p:sp>
        <p:nvSpPr>
          <p:cNvPr id="5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creens screenshot of a computer&#10;&#10;AI-generated content may be incorrect.">
            <a:extLst>
              <a:ext uri="{FF2B5EF4-FFF2-40B4-BE49-F238E27FC236}">
                <a16:creationId xmlns:a16="http://schemas.microsoft.com/office/drawing/2014/main" id="{2EDFE7B4-AD8F-8F1F-39CB-ABF94AD1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81" r="15836" b="6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B549DE90-87C4-8265-8D24-CB6F775C2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068627"/>
              </p:ext>
            </p:extLst>
          </p:nvPr>
        </p:nvGraphicFramePr>
        <p:xfrm>
          <a:off x="429369" y="2071316"/>
          <a:ext cx="5035164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43486"/>
            <a:ext cx="3200400" cy="1437406"/>
          </a:xfrm>
        </p:spPr>
        <p:txBody>
          <a:bodyPr anchor="t">
            <a:normAutofit/>
          </a:bodyPr>
          <a:lstStyle/>
          <a:p>
            <a:r>
              <a:rPr lang="en-US" sz="2800"/>
              <a:t>Train-Test Split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3086B92-2213-02AC-6194-5ED7F70C6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17" y="3519794"/>
            <a:ext cx="7943850" cy="2311530"/>
          </a:xfrm>
          <a:prstGeom prst="rect">
            <a:avLst/>
          </a:prstGeom>
        </p:spPr>
      </p:pic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C99504E-7676-8F70-E92A-597AA9539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444768"/>
              </p:ext>
            </p:extLst>
          </p:nvPr>
        </p:nvGraphicFramePr>
        <p:xfrm>
          <a:off x="4369209" y="838200"/>
          <a:ext cx="4125936" cy="186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66" y="525195"/>
            <a:ext cx="2989616" cy="2806506"/>
          </a:xfrm>
        </p:spPr>
        <p:txBody>
          <a:bodyPr anchor="b">
            <a:normAutofit/>
          </a:bodyPr>
          <a:lstStyle/>
          <a:p>
            <a:r>
              <a:rPr lang="en-US" sz="3500"/>
              <a:t>Model Creation &amp; Training</a:t>
            </a:r>
          </a:p>
        </p:txBody>
      </p:sp>
      <p:pic>
        <p:nvPicPr>
          <p:cNvPr id="5" name="Picture 4" descr="3D box skeletons">
            <a:extLst>
              <a:ext uri="{FF2B5EF4-FFF2-40B4-BE49-F238E27FC236}">
                <a16:creationId xmlns:a16="http://schemas.microsoft.com/office/drawing/2014/main" id="{4B3D25C4-6DA0-A499-F0A1-1C82DD46C5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59" r="3" b="11865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366" y="3526300"/>
            <a:ext cx="2989616" cy="2588458"/>
          </a:xfrm>
        </p:spPr>
        <p:txBody>
          <a:bodyPr>
            <a:normAutofit/>
          </a:bodyPr>
          <a:lstStyle/>
          <a:p>
            <a:r>
              <a:rPr lang="en-US" sz="1700"/>
              <a:t>LinearRegression() creates the model.</a:t>
            </a:r>
          </a:p>
          <a:p>
            <a:endParaRPr lang="en-US" sz="1700"/>
          </a:p>
          <a:p>
            <a:r>
              <a:rPr lang="en-US" sz="1700"/>
              <a:t>.fit() trains the model by learning slope and intercept.</a:t>
            </a:r>
          </a:p>
        </p:txBody>
      </p:sp>
      <p:pic>
        <p:nvPicPr>
          <p:cNvPr id="17" name="Picture 16" descr="A screenshot of a computer">
            <a:extLst>
              <a:ext uri="{FF2B5EF4-FFF2-40B4-BE49-F238E27FC236}">
                <a16:creationId xmlns:a16="http://schemas.microsoft.com/office/drawing/2014/main" id="{8B9F4CA9-0966-017C-72EC-036AD410E3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13305"/>
          <a:stretch>
            <a:fillRect/>
          </a:stretch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Prediction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98891B7-053A-1FC1-8AD5-A60B63EFF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1590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43B8A8-68C2-E3C2-4492-AB551DF873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8003" y="2095384"/>
            <a:ext cx="1767993" cy="26672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741391"/>
            <a:ext cx="2662237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Visualization</a:t>
            </a:r>
          </a:p>
        </p:txBody>
      </p:sp>
      <p:pic>
        <p:nvPicPr>
          <p:cNvPr id="6" name="Picture 5" descr="A graph with a line and red dots&#10;&#10;AI-generated content may be incorrect.">
            <a:extLst>
              <a:ext uri="{FF2B5EF4-FFF2-40B4-BE49-F238E27FC236}">
                <a16:creationId xmlns:a16="http://schemas.microsoft.com/office/drawing/2014/main" id="{2A896779-44E1-72AC-46FD-8BA614393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96" r="24858" b="2"/>
          <a:stretch>
            <a:fillRect/>
          </a:stretch>
        </p:blipFill>
        <p:spPr>
          <a:xfrm>
            <a:off x="3814056" y="874304"/>
            <a:ext cx="4557058" cy="5046205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16932" y="5858828"/>
            <a:ext cx="4669847" cy="123363"/>
            <a:chOff x="7015162" y="5858828"/>
            <a:chExt cx="4300544" cy="12336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8C8089-B86E-84FE-0859-4BCA7CAE4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7573747"/>
              </p:ext>
            </p:extLst>
          </p:nvPr>
        </p:nvGraphicFramePr>
        <p:xfrm>
          <a:off x="657519" y="2533476"/>
          <a:ext cx="2510223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Model Parameters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B75A35-895A-F5D1-1EA7-2370D6549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754" y="2412872"/>
            <a:ext cx="4792009" cy="204156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28CE9B10-44EE-1B90-68FC-3A5EA9EEB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186840"/>
              </p:ext>
            </p:extLst>
          </p:nvPr>
        </p:nvGraphicFramePr>
        <p:xfrm>
          <a:off x="657519" y="2533476"/>
          <a:ext cx="2591866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Model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D7EAD8-1E1A-E12A-7551-887D55984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6466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305</Words>
  <Application>Microsoft Office PowerPoint</Application>
  <PresentationFormat>On-screen Show (4:3)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Custom Design</vt:lpstr>
      <vt:lpstr>Project Title</vt:lpstr>
      <vt:lpstr>Import Libraries</vt:lpstr>
      <vt:lpstr>Load Dataset</vt:lpstr>
      <vt:lpstr>Feature &amp; Target Separation</vt:lpstr>
      <vt:lpstr>Train-Test Split</vt:lpstr>
      <vt:lpstr>Model Creation &amp; Training</vt:lpstr>
      <vt:lpstr>Prediction</vt:lpstr>
      <vt:lpstr>Visualization</vt:lpstr>
      <vt:lpstr>Model Parameters</vt:lpstr>
      <vt:lpstr>Model 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waeil mohamadi</cp:lastModifiedBy>
  <cp:revision>1</cp:revision>
  <dcterms:created xsi:type="dcterms:W3CDTF">2013-01-27T09:14:16Z</dcterms:created>
  <dcterms:modified xsi:type="dcterms:W3CDTF">2025-12-15T07:59:58Z</dcterms:modified>
  <cp:category/>
</cp:coreProperties>
</file>